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800" r:id="rId2"/>
  </p:sldMasterIdLst>
  <p:notesMasterIdLst>
    <p:notesMasterId r:id="rId12"/>
  </p:notesMasterIdLst>
  <p:sldIdLst>
    <p:sldId id="259" r:id="rId3"/>
    <p:sldId id="315" r:id="rId4"/>
    <p:sldId id="332" r:id="rId5"/>
    <p:sldId id="334" r:id="rId6"/>
    <p:sldId id="333" r:id="rId7"/>
    <p:sldId id="324" r:id="rId8"/>
    <p:sldId id="326" r:id="rId9"/>
    <p:sldId id="317" r:id="rId10"/>
    <p:sldId id="32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41428-527C-4367-94D6-211D656D3E1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C44A2-86ED-46F4-A29B-8C770B4A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4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778414FB-FA66-631E-F927-741734ED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3a3d64ba09_1_632:notes">
            <a:extLst>
              <a:ext uri="{FF2B5EF4-FFF2-40B4-BE49-F238E27FC236}">
                <a16:creationId xmlns:a16="http://schemas.microsoft.com/office/drawing/2014/main" id="{3B960DB5-BF76-F4B2-159C-DD8019566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3a3d64ba09_1_632:notes">
            <a:extLst>
              <a:ext uri="{FF2B5EF4-FFF2-40B4-BE49-F238E27FC236}">
                <a16:creationId xmlns:a16="http://schemas.microsoft.com/office/drawing/2014/main" id="{3517A0EA-7809-EC18-361D-BE5E13167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189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CF548591-507A-A450-9954-5C9077CEC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3a3d64ba09_1_632:notes">
            <a:extLst>
              <a:ext uri="{FF2B5EF4-FFF2-40B4-BE49-F238E27FC236}">
                <a16:creationId xmlns:a16="http://schemas.microsoft.com/office/drawing/2014/main" id="{4D863A54-6F30-1E76-492D-8C2913D917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3a3d64ba09_1_632:notes">
            <a:extLst>
              <a:ext uri="{FF2B5EF4-FFF2-40B4-BE49-F238E27FC236}">
                <a16:creationId xmlns:a16="http://schemas.microsoft.com/office/drawing/2014/main" id="{58F5D375-B8C9-C080-2FDA-815089CB3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38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EBF182B2-70CE-09DF-89C3-2C4F023F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4D066BC7-C739-E3BD-D58A-FAD7DA78A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7F9E7526-06BD-A359-4FF5-30B58A77E1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926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>
          <a:extLst>
            <a:ext uri="{FF2B5EF4-FFF2-40B4-BE49-F238E27FC236}">
              <a16:creationId xmlns:a16="http://schemas.microsoft.com/office/drawing/2014/main" id="{6A71A337-1FF0-7DDF-12F6-AC1145B9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d5260bdd85_0_256:notes">
            <a:extLst>
              <a:ext uri="{FF2B5EF4-FFF2-40B4-BE49-F238E27FC236}">
                <a16:creationId xmlns:a16="http://schemas.microsoft.com/office/drawing/2014/main" id="{A42EA7F8-FB62-F33B-8E4A-2393C3450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d5260bdd85_0_256:notes">
            <a:extLst>
              <a:ext uri="{FF2B5EF4-FFF2-40B4-BE49-F238E27FC236}">
                <a16:creationId xmlns:a16="http://schemas.microsoft.com/office/drawing/2014/main" id="{43AAE4CA-0261-12D7-E3F6-FB4587012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44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>
          <a:extLst>
            <a:ext uri="{FF2B5EF4-FFF2-40B4-BE49-F238E27FC236}">
              <a16:creationId xmlns:a16="http://schemas.microsoft.com/office/drawing/2014/main" id="{BCA90016-D1D8-42B9-6CD6-6C1AD6885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54dda1946d_4_2720:notes">
            <a:extLst>
              <a:ext uri="{FF2B5EF4-FFF2-40B4-BE49-F238E27FC236}">
                <a16:creationId xmlns:a16="http://schemas.microsoft.com/office/drawing/2014/main" id="{59E91397-FB7C-826E-661D-94550FF73A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54dda1946d_4_2720:notes">
            <a:extLst>
              <a:ext uri="{FF2B5EF4-FFF2-40B4-BE49-F238E27FC236}">
                <a16:creationId xmlns:a16="http://schemas.microsoft.com/office/drawing/2014/main" id="{79C2741B-914F-8713-D050-0661D8F5A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570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>
          <a:extLst>
            <a:ext uri="{FF2B5EF4-FFF2-40B4-BE49-F238E27FC236}">
              <a16:creationId xmlns:a16="http://schemas.microsoft.com/office/drawing/2014/main" id="{93BEF882-C5AA-4505-0407-F1194BF7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d5260bdd85_0_256:notes">
            <a:extLst>
              <a:ext uri="{FF2B5EF4-FFF2-40B4-BE49-F238E27FC236}">
                <a16:creationId xmlns:a16="http://schemas.microsoft.com/office/drawing/2014/main" id="{86ADB74D-90D9-701C-5B9D-8DB9DB2C68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d5260bdd85_0_256:notes">
            <a:extLst>
              <a:ext uri="{FF2B5EF4-FFF2-40B4-BE49-F238E27FC236}">
                <a16:creationId xmlns:a16="http://schemas.microsoft.com/office/drawing/2014/main" id="{F7FE4C71-7100-77EB-B52A-D30240248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069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B72AFB0C-EB88-FC55-8D81-BA73DB8F1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46F51A06-5335-D013-51AA-9D4D0DD68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203E790D-0E68-57B4-92A4-6C6A6A81A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931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>
          <a:extLst>
            <a:ext uri="{FF2B5EF4-FFF2-40B4-BE49-F238E27FC236}">
              <a16:creationId xmlns:a16="http://schemas.microsoft.com/office/drawing/2014/main" id="{10FC72BE-25EB-B7B2-D584-6D03FD85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54dda1946d_6_377:notes">
            <a:extLst>
              <a:ext uri="{FF2B5EF4-FFF2-40B4-BE49-F238E27FC236}">
                <a16:creationId xmlns:a16="http://schemas.microsoft.com/office/drawing/2014/main" id="{24A77BE1-71B1-D61E-BE73-8004BFECA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54dda1946d_6_377:notes">
            <a:extLst>
              <a:ext uri="{FF2B5EF4-FFF2-40B4-BE49-F238E27FC236}">
                <a16:creationId xmlns:a16="http://schemas.microsoft.com/office/drawing/2014/main" id="{10EAE0C6-2EA3-CD74-61AA-0D9ABB6C6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04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9" name="Google Shape;29;p2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950967" y="701067"/>
            <a:ext cx="8464400" cy="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67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1230000" y="4964320"/>
            <a:ext cx="5707600" cy="5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7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 idx="2"/>
          </p:nvPr>
        </p:nvSpPr>
        <p:spPr>
          <a:xfrm>
            <a:off x="950967" y="1322667"/>
            <a:ext cx="7057600" cy="3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9961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6" name="Google Shape;46;p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5" name="Google Shape;65;p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5650967" y="1766716"/>
            <a:ext cx="5579600" cy="10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1771604" y="1857916"/>
            <a:ext cx="1628400" cy="99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3"/>
          <p:cNvSpPr txBox="1">
            <a:spLocks noGrp="1"/>
          </p:cNvSpPr>
          <p:nvPr>
            <p:ph type="subTitle" idx="1"/>
          </p:nvPr>
        </p:nvSpPr>
        <p:spPr>
          <a:xfrm>
            <a:off x="5650967" y="3117900"/>
            <a:ext cx="53764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2060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2" name="Google Shape;82;p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1" name="Google Shape;101;p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09;p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690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 sz="1667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43462" y="-49853"/>
            <a:ext cx="11987293" cy="6824309"/>
            <a:chOff x="107596" y="-37390"/>
            <a:chExt cx="8990470" cy="5118232"/>
          </a:xfrm>
        </p:grpSpPr>
        <p:sp>
          <p:nvSpPr>
            <p:cNvPr id="116" name="Google Shape;116;p4"/>
            <p:cNvSpPr/>
            <p:nvPr/>
          </p:nvSpPr>
          <p:spPr>
            <a:xfrm rot="1771310">
              <a:off x="171050" y="19077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4"/>
            <p:cNvSpPr/>
            <p:nvPr/>
          </p:nvSpPr>
          <p:spPr>
            <a:xfrm rot="1771310">
              <a:off x="8684675" y="40199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198674" y="17844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4"/>
            <p:cNvSpPr/>
            <p:nvPr/>
          </p:nvSpPr>
          <p:spPr>
            <a:xfrm rot="1771310">
              <a:off x="2650250" y="4667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4"/>
            <p:cNvSpPr/>
            <p:nvPr/>
          </p:nvSpPr>
          <p:spPr>
            <a:xfrm rot="1771310">
              <a:off x="5608475" y="1902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1" name="Google Shape;121;p4"/>
            <p:cNvGrpSpPr/>
            <p:nvPr/>
          </p:nvGrpSpPr>
          <p:grpSpPr>
            <a:xfrm>
              <a:off x="340180" y="-37390"/>
              <a:ext cx="746095" cy="516368"/>
              <a:chOff x="923424" y="1580182"/>
              <a:chExt cx="1171264" cy="810752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733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128" name="Google Shape;128;p5"/>
            <p:cNvGrpSpPr/>
            <p:nvPr/>
          </p:nvGrpSpPr>
          <p:grpSpPr>
            <a:xfrm flipH="1">
              <a:off x="5831182" y="2927242"/>
              <a:ext cx="3303413" cy="1672498"/>
              <a:chOff x="-6475" y="2302000"/>
              <a:chExt cx="3303413" cy="1866002"/>
            </a:xfrm>
          </p:grpSpPr>
          <p:sp>
            <p:nvSpPr>
              <p:cNvPr id="129" name="Google Shape;129;p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568895" y="3278202"/>
                <a:ext cx="298800" cy="889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7" name="Google Shape;137;p5"/>
            <p:cNvGrpSpPr/>
            <p:nvPr/>
          </p:nvGrpSpPr>
          <p:grpSpPr>
            <a:xfrm>
              <a:off x="-6475" y="2927242"/>
              <a:ext cx="3303413" cy="1672498"/>
              <a:chOff x="-6475" y="2302000"/>
              <a:chExt cx="3303413" cy="1866002"/>
            </a:xfrm>
          </p:grpSpPr>
          <p:sp>
            <p:nvSpPr>
              <p:cNvPr id="138" name="Google Shape;138;p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568900" y="3278202"/>
                <a:ext cx="298800" cy="889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6" name="Google Shape;146;p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47" name="Google Shape;147;p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Google Shape;148;p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" name="Google Shape;152;p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" name="Google Shape;154;p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ubTitle" idx="1"/>
          </p:nvPr>
        </p:nvSpPr>
        <p:spPr>
          <a:xfrm>
            <a:off x="6756884" y="5125048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ubTitle" idx="2"/>
          </p:nvPr>
        </p:nvSpPr>
        <p:spPr>
          <a:xfrm>
            <a:off x="2489901" y="5125048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subTitle" idx="3"/>
          </p:nvPr>
        </p:nvSpPr>
        <p:spPr>
          <a:xfrm>
            <a:off x="6756884" y="4513500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subTitle" idx="4"/>
          </p:nvPr>
        </p:nvSpPr>
        <p:spPr>
          <a:xfrm>
            <a:off x="2489901" y="4513500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4" name="Google Shape;164;p5"/>
          <p:cNvGrpSpPr/>
          <p:nvPr/>
        </p:nvGrpSpPr>
        <p:grpSpPr>
          <a:xfrm>
            <a:off x="1213361" y="83529"/>
            <a:ext cx="10345560" cy="6373027"/>
            <a:chOff x="910021" y="62647"/>
            <a:chExt cx="7759170" cy="4779770"/>
          </a:xfrm>
        </p:grpSpPr>
        <p:sp>
          <p:nvSpPr>
            <p:cNvPr id="165" name="Google Shape;165;p5"/>
            <p:cNvSpPr/>
            <p:nvPr/>
          </p:nvSpPr>
          <p:spPr>
            <a:xfrm rot="1771310">
              <a:off x="8255800" y="4271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5"/>
            <p:cNvSpPr/>
            <p:nvPr/>
          </p:nvSpPr>
          <p:spPr>
            <a:xfrm rot="1771310">
              <a:off x="1930850" y="126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5"/>
            <p:cNvSpPr/>
            <p:nvPr/>
          </p:nvSpPr>
          <p:spPr>
            <a:xfrm rot="1771310">
              <a:off x="97347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46809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6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170" name="Google Shape;170;p6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71" name="Google Shape;171;p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2" name="Google Shape;172;p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3" name="Google Shape;173;p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79" name="Google Shape;179;p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180" name="Google Shape;180;p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89" name="Google Shape;189;p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" name="Google Shape;194;p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" name="Google Shape;196;p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7" name="Google Shape;197;p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8" name="Google Shape;198;p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1" name="Google Shape;201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02" name="Google Shape;202;p6"/>
          <p:cNvGrpSpPr/>
          <p:nvPr/>
        </p:nvGrpSpPr>
        <p:grpSpPr>
          <a:xfrm>
            <a:off x="-284972" y="-217970"/>
            <a:ext cx="12609939" cy="5378271"/>
            <a:chOff x="-213729" y="-163478"/>
            <a:chExt cx="9457454" cy="4033703"/>
          </a:xfrm>
        </p:grpSpPr>
        <p:sp>
          <p:nvSpPr>
            <p:cNvPr id="203" name="Google Shape;203;p6"/>
            <p:cNvSpPr/>
            <p:nvPr/>
          </p:nvSpPr>
          <p:spPr>
            <a:xfrm rot="1771310">
              <a:off x="7280225" y="-999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6"/>
            <p:cNvSpPr/>
            <p:nvPr/>
          </p:nvSpPr>
          <p:spPr>
            <a:xfrm rot="1771310">
              <a:off x="-150275" y="25950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05" name="Google Shape;205;p6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517074" y="327367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23473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8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248" name="Google Shape;248;p8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49" name="Google Shape;249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6" name="Google Shape;266;p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67" name="Google Shape;267;p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9" name="Google Shape;279;p8"/>
          <p:cNvSpPr txBox="1">
            <a:spLocks noGrp="1"/>
          </p:cNvSpPr>
          <p:nvPr>
            <p:ph type="title"/>
          </p:nvPr>
        </p:nvSpPr>
        <p:spPr>
          <a:xfrm>
            <a:off x="959984" y="1005751"/>
            <a:ext cx="773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80" name="Google Shape;280;p8"/>
          <p:cNvGrpSpPr/>
          <p:nvPr/>
        </p:nvGrpSpPr>
        <p:grpSpPr>
          <a:xfrm>
            <a:off x="88299" y="-293937"/>
            <a:ext cx="8109756" cy="6750493"/>
            <a:chOff x="66224" y="-220453"/>
            <a:chExt cx="6082317" cy="5062870"/>
          </a:xfrm>
        </p:grpSpPr>
        <p:sp>
          <p:nvSpPr>
            <p:cNvPr id="281" name="Google Shape;281;p8"/>
            <p:cNvSpPr/>
            <p:nvPr/>
          </p:nvSpPr>
          <p:spPr>
            <a:xfrm rot="1771310">
              <a:off x="5735150" y="-1569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8"/>
            <p:cNvSpPr/>
            <p:nvPr/>
          </p:nvSpPr>
          <p:spPr>
            <a:xfrm rot="1771310">
              <a:off x="43970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8"/>
            <p:cNvSpPr/>
            <p:nvPr/>
          </p:nvSpPr>
          <p:spPr>
            <a:xfrm rot="1771310">
              <a:off x="306600" y="2649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84" name="Google Shape;284;p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66224" y="27645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90153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7784000" cy="15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27" name="Google Shape;327;p10"/>
          <p:cNvGrpSpPr/>
          <p:nvPr/>
        </p:nvGrpSpPr>
        <p:grpSpPr>
          <a:xfrm>
            <a:off x="97962" y="-314171"/>
            <a:ext cx="11627505" cy="7172160"/>
            <a:chOff x="73471" y="-235628"/>
            <a:chExt cx="8720629" cy="5379120"/>
          </a:xfrm>
        </p:grpSpPr>
        <p:sp>
          <p:nvSpPr>
            <p:cNvPr id="328" name="Google Shape;328;p10"/>
            <p:cNvSpPr/>
            <p:nvPr/>
          </p:nvSpPr>
          <p:spPr>
            <a:xfrm rot="1771310">
              <a:off x="136925" y="2276476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10"/>
            <p:cNvSpPr/>
            <p:nvPr/>
          </p:nvSpPr>
          <p:spPr>
            <a:xfrm rot="1771310">
              <a:off x="5907475" y="-17211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10"/>
            <p:cNvSpPr/>
            <p:nvPr/>
          </p:nvSpPr>
          <p:spPr>
            <a:xfrm rot="1771310">
              <a:off x="341540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331" name="Google Shape;331;p1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067449" y="2412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15767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1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334" name="Google Shape;334;p11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335" name="Google Shape;335;p1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1" name="Google Shape;341;p1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43" name="Google Shape;343;p11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344" name="Google Shape;344;p1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52" name="Google Shape;352;p11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353" name="Google Shape;353;p11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11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11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1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1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1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1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0" name="Google Shape;360;p11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1" name="Google Shape;361;p11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2" name="Google Shape;362;p11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3" name="Google Shape;363;p11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11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65" name="Google Shape;36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2120433"/>
            <a:ext cx="6213200" cy="16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4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366" name="Google Shape;366;p11"/>
          <p:cNvSpPr txBox="1">
            <a:spLocks noGrp="1"/>
          </p:cNvSpPr>
          <p:nvPr>
            <p:ph type="subTitle" idx="1"/>
          </p:nvPr>
        </p:nvSpPr>
        <p:spPr>
          <a:xfrm>
            <a:off x="1210500" y="3775167"/>
            <a:ext cx="59536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157062" y="-262203"/>
            <a:ext cx="9417351" cy="2522113"/>
            <a:chOff x="2367796" y="-196653"/>
            <a:chExt cx="7063013" cy="1891585"/>
          </a:xfrm>
        </p:grpSpPr>
        <p:sp>
          <p:nvSpPr>
            <p:cNvPr id="368" name="Google Shape;368;p11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369" name="Google Shape;369;p11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-2524089">
              <a:off x="8597923" y="931801"/>
              <a:ext cx="726650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1059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74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1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373" name="Google Shape;373;p1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374" name="Google Shape;374;p1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82" name="Google Shape;382;p13"/>
            <p:cNvGrpSpPr/>
            <p:nvPr/>
          </p:nvGrpSpPr>
          <p:grpSpPr>
            <a:xfrm>
              <a:off x="-6475" y="2927242"/>
              <a:ext cx="3303413" cy="1672508"/>
              <a:chOff x="-6475" y="2302000"/>
              <a:chExt cx="3303413" cy="1866014"/>
            </a:xfrm>
          </p:grpSpPr>
          <p:sp>
            <p:nvSpPr>
              <p:cNvPr id="383" name="Google Shape;383;p1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>
                <a:off x="851975" y="3112061"/>
                <a:ext cx="298800" cy="105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>
                <a:off x="1281225" y="3216155"/>
                <a:ext cx="298800" cy="951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>
                <a:off x="1710450" y="3376314"/>
                <a:ext cx="298800" cy="791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2568903" y="3376314"/>
                <a:ext cx="298800" cy="791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91" name="Google Shape;391;p1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392" name="Google Shape;392;p1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0" name="Google Shape;400;p1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1" name="Google Shape;401;p1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1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1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04" name="Google Shape;404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05" name="Google Shape;405;p13"/>
          <p:cNvGrpSpPr/>
          <p:nvPr/>
        </p:nvGrpSpPr>
        <p:grpSpPr>
          <a:xfrm>
            <a:off x="33566" y="13"/>
            <a:ext cx="12158423" cy="6774444"/>
            <a:chOff x="25174" y="9"/>
            <a:chExt cx="9118817" cy="5080833"/>
          </a:xfrm>
        </p:grpSpPr>
        <p:sp>
          <p:nvSpPr>
            <p:cNvPr id="406" name="Google Shape;406;p13"/>
            <p:cNvSpPr/>
            <p:nvPr/>
          </p:nvSpPr>
          <p:spPr>
            <a:xfrm rot="1771310">
              <a:off x="8730600" y="11043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407" name="Google Shape;407;p13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25174" y="43057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3"/>
            <p:cNvSpPr/>
            <p:nvPr/>
          </p:nvSpPr>
          <p:spPr>
            <a:xfrm rot="1771310">
              <a:off x="4677350" y="4667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3"/>
            <p:cNvSpPr/>
            <p:nvPr/>
          </p:nvSpPr>
          <p:spPr>
            <a:xfrm rot="1771310">
              <a:off x="538250" y="63526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00217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1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12" name="Google Shape;412;p1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13" name="Google Shape;413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21" name="Google Shape;421;p1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22" name="Google Shape;422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5" name="Google Shape;425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30" name="Google Shape;430;p1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31" name="Google Shape;431;p1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4" name="Google Shape;444;p14"/>
          <p:cNvSpPr txBox="1">
            <a:spLocks noGrp="1"/>
          </p:cNvSpPr>
          <p:nvPr>
            <p:ph type="subTitle" idx="1"/>
          </p:nvPr>
        </p:nvSpPr>
        <p:spPr>
          <a:xfrm>
            <a:off x="2162919" y="2656481"/>
            <a:ext cx="2896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14"/>
          <p:cNvSpPr txBox="1">
            <a:spLocks noGrp="1"/>
          </p:cNvSpPr>
          <p:nvPr>
            <p:ph type="subTitle" idx="2"/>
          </p:nvPr>
        </p:nvSpPr>
        <p:spPr>
          <a:xfrm>
            <a:off x="6278573" y="2656481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3"/>
          </p:nvPr>
        </p:nvSpPr>
        <p:spPr>
          <a:xfrm>
            <a:off x="4107945" y="4466575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4"/>
          </p:nvPr>
        </p:nvSpPr>
        <p:spPr>
          <a:xfrm>
            <a:off x="8228800" y="4466575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title" idx="5" hasCustomPrompt="1"/>
          </p:nvPr>
        </p:nvSpPr>
        <p:spPr>
          <a:xfrm>
            <a:off x="1074919" y="2249875"/>
            <a:ext cx="74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49" name="Google Shape;449;p14"/>
          <p:cNvSpPr txBox="1">
            <a:spLocks noGrp="1"/>
          </p:cNvSpPr>
          <p:nvPr>
            <p:ph type="title" idx="6" hasCustomPrompt="1"/>
          </p:nvPr>
        </p:nvSpPr>
        <p:spPr>
          <a:xfrm>
            <a:off x="3147873" y="4077267"/>
            <a:ext cx="74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0" name="Google Shape;450;p14"/>
          <p:cNvSpPr txBox="1">
            <a:spLocks noGrp="1"/>
          </p:cNvSpPr>
          <p:nvPr>
            <p:ph type="title" idx="7" hasCustomPrompt="1"/>
          </p:nvPr>
        </p:nvSpPr>
        <p:spPr>
          <a:xfrm>
            <a:off x="5195296" y="2249875"/>
            <a:ext cx="74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 idx="8" hasCustomPrompt="1"/>
          </p:nvPr>
        </p:nvSpPr>
        <p:spPr>
          <a:xfrm>
            <a:off x="7250989" y="4077267"/>
            <a:ext cx="74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2" name="Google Shape;452;p14"/>
          <p:cNvSpPr txBox="1">
            <a:spLocks noGrp="1"/>
          </p:cNvSpPr>
          <p:nvPr>
            <p:ph type="subTitle" idx="9"/>
          </p:nvPr>
        </p:nvSpPr>
        <p:spPr>
          <a:xfrm>
            <a:off x="2162933" y="2249868"/>
            <a:ext cx="28964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3" name="Google Shape;453;p14"/>
          <p:cNvSpPr txBox="1">
            <a:spLocks noGrp="1"/>
          </p:cNvSpPr>
          <p:nvPr>
            <p:ph type="subTitle" idx="13"/>
          </p:nvPr>
        </p:nvSpPr>
        <p:spPr>
          <a:xfrm>
            <a:off x="6278577" y="2249868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4" name="Google Shape;454;p14"/>
          <p:cNvSpPr txBox="1">
            <a:spLocks noGrp="1"/>
          </p:cNvSpPr>
          <p:nvPr>
            <p:ph type="subTitle" idx="14"/>
          </p:nvPr>
        </p:nvSpPr>
        <p:spPr>
          <a:xfrm>
            <a:off x="4107945" y="4077267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5" name="Google Shape;455;p14"/>
          <p:cNvSpPr txBox="1">
            <a:spLocks noGrp="1"/>
          </p:cNvSpPr>
          <p:nvPr>
            <p:ph type="subTitle" idx="15"/>
          </p:nvPr>
        </p:nvSpPr>
        <p:spPr>
          <a:xfrm>
            <a:off x="8228800" y="4077267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56" name="Google Shape;456;p14"/>
          <p:cNvGrpSpPr/>
          <p:nvPr/>
        </p:nvGrpSpPr>
        <p:grpSpPr>
          <a:xfrm>
            <a:off x="107695" y="-327570"/>
            <a:ext cx="10561227" cy="6977271"/>
            <a:chOff x="80771" y="-245678"/>
            <a:chExt cx="7920920" cy="5232953"/>
          </a:xfrm>
        </p:grpSpPr>
        <p:sp>
          <p:nvSpPr>
            <p:cNvPr id="457" name="Google Shape;457;p14"/>
            <p:cNvSpPr/>
            <p:nvPr/>
          </p:nvSpPr>
          <p:spPr>
            <a:xfrm rot="1771310">
              <a:off x="144225" y="10149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4"/>
            <p:cNvSpPr/>
            <p:nvPr/>
          </p:nvSpPr>
          <p:spPr>
            <a:xfrm rot="1771310">
              <a:off x="7588300" y="4514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459" name="Google Shape;459;p14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4096374" y="43907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4"/>
            <p:cNvSpPr/>
            <p:nvPr/>
          </p:nvSpPr>
          <p:spPr>
            <a:xfrm rot="1771310">
              <a:off x="4817425" y="-1821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79066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63" name="Google Shape;463;p15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1" name="Google Shape;471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2" name="Google Shape;472;p15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73" name="Google Shape;473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81" name="Google Shape;481;p1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82" name="Google Shape;482;p1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1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1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1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1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1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1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1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94" name="Google Shape;494;p15"/>
          <p:cNvSpPr txBox="1">
            <a:spLocks noGrp="1"/>
          </p:cNvSpPr>
          <p:nvPr>
            <p:ph type="title"/>
          </p:nvPr>
        </p:nvSpPr>
        <p:spPr>
          <a:xfrm>
            <a:off x="1121233" y="4235317"/>
            <a:ext cx="96060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5" name="Google Shape;495;p15"/>
          <p:cNvSpPr txBox="1">
            <a:spLocks noGrp="1"/>
          </p:cNvSpPr>
          <p:nvPr>
            <p:ph type="subTitle" idx="1"/>
          </p:nvPr>
        </p:nvSpPr>
        <p:spPr>
          <a:xfrm>
            <a:off x="1121233" y="1913484"/>
            <a:ext cx="96060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96" name="Google Shape;496;p15"/>
          <p:cNvGrpSpPr/>
          <p:nvPr/>
        </p:nvGrpSpPr>
        <p:grpSpPr>
          <a:xfrm>
            <a:off x="-71138" y="-253704"/>
            <a:ext cx="12368193" cy="7149293"/>
            <a:chOff x="-53354" y="-190278"/>
            <a:chExt cx="9276145" cy="5361970"/>
          </a:xfrm>
        </p:grpSpPr>
        <p:sp>
          <p:nvSpPr>
            <p:cNvPr id="497" name="Google Shape;497;p15"/>
            <p:cNvSpPr/>
            <p:nvPr/>
          </p:nvSpPr>
          <p:spPr>
            <a:xfrm rot="1771310">
              <a:off x="10100" y="13667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15"/>
            <p:cNvSpPr/>
            <p:nvPr/>
          </p:nvSpPr>
          <p:spPr>
            <a:xfrm rot="1771310">
              <a:off x="8809400" y="22764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15"/>
            <p:cNvSpPr/>
            <p:nvPr/>
          </p:nvSpPr>
          <p:spPr>
            <a:xfrm rot="1771310">
              <a:off x="7064750" y="-1267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15"/>
            <p:cNvSpPr/>
            <p:nvPr/>
          </p:nvSpPr>
          <p:spPr>
            <a:xfrm rot="1771310">
              <a:off x="776675" y="47583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2491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16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03" name="Google Shape;503;p1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04" name="Google Shape;504;p1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1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12" name="Google Shape;512;p1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13" name="Google Shape;513;p1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1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1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25" name="Google Shape;525;p16"/>
          <p:cNvSpPr txBox="1">
            <a:spLocks noGrp="1"/>
          </p:cNvSpPr>
          <p:nvPr>
            <p:ph type="title"/>
          </p:nvPr>
        </p:nvSpPr>
        <p:spPr>
          <a:xfrm>
            <a:off x="950967" y="1391803"/>
            <a:ext cx="4638400" cy="24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6" name="Google Shape;526;p16"/>
          <p:cNvSpPr txBox="1">
            <a:spLocks noGrp="1"/>
          </p:cNvSpPr>
          <p:nvPr>
            <p:ph type="subTitle" idx="1"/>
          </p:nvPr>
        </p:nvSpPr>
        <p:spPr>
          <a:xfrm>
            <a:off x="950967" y="3786197"/>
            <a:ext cx="4638400" cy="10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27" name="Google Shape;527;p16"/>
          <p:cNvGrpSpPr/>
          <p:nvPr/>
        </p:nvGrpSpPr>
        <p:grpSpPr>
          <a:xfrm>
            <a:off x="194028" y="148230"/>
            <a:ext cx="11820293" cy="4627493"/>
            <a:chOff x="145521" y="111172"/>
            <a:chExt cx="8865220" cy="3470620"/>
          </a:xfrm>
        </p:grpSpPr>
        <p:sp>
          <p:nvSpPr>
            <p:cNvPr id="528" name="Google Shape;528;p16"/>
            <p:cNvSpPr/>
            <p:nvPr/>
          </p:nvSpPr>
          <p:spPr>
            <a:xfrm rot="1771310">
              <a:off x="8597350" y="17091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16"/>
            <p:cNvSpPr/>
            <p:nvPr/>
          </p:nvSpPr>
          <p:spPr>
            <a:xfrm rot="1771310">
              <a:off x="208975" y="31684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16"/>
            <p:cNvSpPr/>
            <p:nvPr/>
          </p:nvSpPr>
          <p:spPr>
            <a:xfrm rot="1771310">
              <a:off x="1568275" y="1746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57638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17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33" name="Google Shape;533;p17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534" name="Google Shape;534;p1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5" name="Google Shape;535;p1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6" name="Google Shape;536;p1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7" name="Google Shape;537;p1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8" name="Google Shape;538;p1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9" name="Google Shape;539;p1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0" name="Google Shape;540;p1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1" name="Google Shape;541;p1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42" name="Google Shape;542;p17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43" name="Google Shape;543;p1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4" name="Google Shape;544;p1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5" name="Google Shape;545;p1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6" name="Google Shape;546;p1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7" name="Google Shape;547;p1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8" name="Google Shape;548;p1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9" name="Google Shape;549;p1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0" name="Google Shape;550;p1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51" name="Google Shape;551;p1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52" name="Google Shape;552;p1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1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1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1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1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1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1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1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1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1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1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3" name="Google Shape;563;p1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4" name="Google Shape;564;p17"/>
          <p:cNvSpPr txBox="1">
            <a:spLocks noGrp="1"/>
          </p:cNvSpPr>
          <p:nvPr>
            <p:ph type="title"/>
          </p:nvPr>
        </p:nvSpPr>
        <p:spPr>
          <a:xfrm>
            <a:off x="950967" y="2553833"/>
            <a:ext cx="45040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5" name="Google Shape;565;p17"/>
          <p:cNvSpPr txBox="1">
            <a:spLocks noGrp="1"/>
          </p:cNvSpPr>
          <p:nvPr>
            <p:ph type="subTitle" idx="1"/>
          </p:nvPr>
        </p:nvSpPr>
        <p:spPr>
          <a:xfrm>
            <a:off x="950967" y="3475433"/>
            <a:ext cx="4504000" cy="10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66" name="Google Shape;566;p17"/>
          <p:cNvGrpSpPr/>
          <p:nvPr/>
        </p:nvGrpSpPr>
        <p:grpSpPr>
          <a:xfrm>
            <a:off x="160195" y="241730"/>
            <a:ext cx="9161160" cy="6419293"/>
            <a:chOff x="120146" y="181297"/>
            <a:chExt cx="6870870" cy="4814470"/>
          </a:xfrm>
        </p:grpSpPr>
        <p:grpSp>
          <p:nvGrpSpPr>
            <p:cNvPr id="567" name="Google Shape;567;p17"/>
            <p:cNvGrpSpPr/>
            <p:nvPr/>
          </p:nvGrpSpPr>
          <p:grpSpPr>
            <a:xfrm>
              <a:off x="120146" y="181297"/>
              <a:ext cx="6870870" cy="4814470"/>
              <a:chOff x="120146" y="181297"/>
              <a:chExt cx="6870870" cy="4814470"/>
            </a:xfrm>
          </p:grpSpPr>
          <p:sp>
            <p:nvSpPr>
              <p:cNvPr id="568" name="Google Shape;568;p17"/>
              <p:cNvSpPr/>
              <p:nvPr/>
            </p:nvSpPr>
            <p:spPr>
              <a:xfrm rot="1771310">
                <a:off x="6577625" y="244813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A4ABD7">
                  <a:alpha val="25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9" name="Google Shape;569;p17"/>
              <p:cNvSpPr/>
              <p:nvPr/>
            </p:nvSpPr>
            <p:spPr>
              <a:xfrm rot="1771310">
                <a:off x="183600" y="1294213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A4ABD7">
                  <a:alpha val="25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0" name="Google Shape;570;p17"/>
              <p:cNvSpPr/>
              <p:nvPr/>
            </p:nvSpPr>
            <p:spPr>
              <a:xfrm rot="1771310">
                <a:off x="3735325" y="4582438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FFFFFF">
                  <a:alpha val="45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71" name="Google Shape;571;p17"/>
            <p:cNvGrpSpPr/>
            <p:nvPr/>
          </p:nvGrpSpPr>
          <p:grpSpPr>
            <a:xfrm>
              <a:off x="2247385" y="281314"/>
              <a:ext cx="745978" cy="516368"/>
              <a:chOff x="3917850" y="-2722083"/>
              <a:chExt cx="1171264" cy="810752"/>
            </a:xfrm>
          </p:grpSpPr>
          <p:sp>
            <p:nvSpPr>
              <p:cNvPr id="572" name="Google Shape;572;p17"/>
              <p:cNvSpPr/>
              <p:nvPr/>
            </p:nvSpPr>
            <p:spPr>
              <a:xfrm>
                <a:off x="3917850" y="-2519395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17"/>
              <p:cNvSpPr/>
              <p:nvPr/>
            </p:nvSpPr>
            <p:spPr>
              <a:xfrm>
                <a:off x="4621050" y="-2519395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17"/>
              <p:cNvSpPr/>
              <p:nvPr/>
            </p:nvSpPr>
            <p:spPr>
              <a:xfrm>
                <a:off x="4269322" y="-2722083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5" name="Google Shape;575;p17"/>
              <p:cNvSpPr/>
              <p:nvPr/>
            </p:nvSpPr>
            <p:spPr>
              <a:xfrm>
                <a:off x="4269322" y="-2316707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683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18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78" name="Google Shape;578;p18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579" name="Google Shape;579;p1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87" name="Google Shape;587;p18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88" name="Google Shape;588;p1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6" name="Google Shape;596;p1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97" name="Google Shape;597;p1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1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1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1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1" name="Google Shape;601;p1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1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3" name="Google Shape;603;p1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604;p1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605;p1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6" name="Google Shape;606;p1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7" name="Google Shape;607;p1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8" name="Google Shape;608;p1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09" name="Google Shape;609;p18"/>
          <p:cNvSpPr txBox="1">
            <a:spLocks noGrp="1"/>
          </p:cNvSpPr>
          <p:nvPr>
            <p:ph type="title"/>
          </p:nvPr>
        </p:nvSpPr>
        <p:spPr>
          <a:xfrm>
            <a:off x="6527563" y="2553833"/>
            <a:ext cx="471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0" name="Google Shape;610;p18"/>
          <p:cNvSpPr txBox="1">
            <a:spLocks noGrp="1"/>
          </p:cNvSpPr>
          <p:nvPr>
            <p:ph type="subTitle" idx="1"/>
          </p:nvPr>
        </p:nvSpPr>
        <p:spPr>
          <a:xfrm>
            <a:off x="6527787" y="3317433"/>
            <a:ext cx="4713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8106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19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613" name="Google Shape;613;p19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614" name="Google Shape;614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22" name="Google Shape;622;p19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623" name="Google Shape;623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6" name="Google Shape;626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7" name="Google Shape;627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8" name="Google Shape;628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9" name="Google Shape;629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0" name="Google Shape;630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31" name="Google Shape;631;p19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32" name="Google Shape;632;p19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19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19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19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19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7" name="Google Shape;637;p19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8" name="Google Shape;638;p19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19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19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19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19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19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44" name="Google Shape;644;p19"/>
          <p:cNvGrpSpPr/>
          <p:nvPr/>
        </p:nvGrpSpPr>
        <p:grpSpPr>
          <a:xfrm>
            <a:off x="-206938" y="-3"/>
            <a:ext cx="12707193" cy="4788204"/>
            <a:chOff x="-155204" y="-3"/>
            <a:chExt cx="9530395" cy="3591153"/>
          </a:xfrm>
        </p:grpSpPr>
        <p:sp>
          <p:nvSpPr>
            <p:cNvPr id="645" name="Google Shape;645;p19"/>
            <p:cNvSpPr/>
            <p:nvPr/>
          </p:nvSpPr>
          <p:spPr>
            <a:xfrm rot="1771310">
              <a:off x="6451550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19"/>
            <p:cNvSpPr/>
            <p:nvPr/>
          </p:nvSpPr>
          <p:spPr>
            <a:xfrm rot="1771310">
              <a:off x="8961800" y="12910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19"/>
            <p:cNvSpPr/>
            <p:nvPr/>
          </p:nvSpPr>
          <p:spPr>
            <a:xfrm rot="1771310">
              <a:off x="-91750" y="231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48" name="Google Shape;648;p19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13426" y="29946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9" name="Google Shape;649;p1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0" name="Google Shape;650;p19"/>
          <p:cNvSpPr txBox="1">
            <a:spLocks noGrp="1"/>
          </p:cNvSpPr>
          <p:nvPr>
            <p:ph type="subTitle" idx="1"/>
          </p:nvPr>
        </p:nvSpPr>
        <p:spPr>
          <a:xfrm>
            <a:off x="3575069" y="4516675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1" name="Google Shape;651;p19"/>
          <p:cNvSpPr txBox="1">
            <a:spLocks noGrp="1"/>
          </p:cNvSpPr>
          <p:nvPr>
            <p:ph type="subTitle" idx="2"/>
          </p:nvPr>
        </p:nvSpPr>
        <p:spPr>
          <a:xfrm>
            <a:off x="1869331" y="2550541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2" name="Google Shape;652;p19"/>
          <p:cNvSpPr txBox="1">
            <a:spLocks noGrp="1"/>
          </p:cNvSpPr>
          <p:nvPr>
            <p:ph type="subTitle" idx="3"/>
          </p:nvPr>
        </p:nvSpPr>
        <p:spPr>
          <a:xfrm>
            <a:off x="3575063" y="3992800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3" name="Google Shape;653;p19"/>
          <p:cNvSpPr txBox="1">
            <a:spLocks noGrp="1"/>
          </p:cNvSpPr>
          <p:nvPr>
            <p:ph type="subTitle" idx="4"/>
          </p:nvPr>
        </p:nvSpPr>
        <p:spPr>
          <a:xfrm>
            <a:off x="1869331" y="2026651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763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20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656" name="Google Shape;656;p20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657" name="Google Shape;657;p20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8" name="Google Shape;658;p20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9" name="Google Shape;659;p20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1" name="Google Shape;661;p20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2" name="Google Shape;662;p20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4" name="Google Shape;664;p20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65" name="Google Shape;665;p20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666" name="Google Shape;666;p20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8" name="Google Shape;668;p20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9" name="Google Shape;669;p20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0" name="Google Shape;670;p20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1" name="Google Shape;671;p20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2" name="Google Shape;672;p20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3" name="Google Shape;673;p20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74" name="Google Shape;674;p20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75" name="Google Shape;675;p20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6" name="Google Shape;676;p20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7" name="Google Shape;677;p20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20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9" name="Google Shape;679;p20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20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20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20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20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20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0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0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87" name="Google Shape;687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8" name="Google Shape;688;p20"/>
          <p:cNvSpPr txBox="1">
            <a:spLocks noGrp="1"/>
          </p:cNvSpPr>
          <p:nvPr>
            <p:ph type="subTitle" idx="1"/>
          </p:nvPr>
        </p:nvSpPr>
        <p:spPr>
          <a:xfrm>
            <a:off x="6160620" y="1973333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9" name="Google Shape;689;p20"/>
          <p:cNvSpPr txBox="1">
            <a:spLocks noGrp="1"/>
          </p:cNvSpPr>
          <p:nvPr>
            <p:ph type="subTitle" idx="2"/>
          </p:nvPr>
        </p:nvSpPr>
        <p:spPr>
          <a:xfrm>
            <a:off x="6160620" y="3304817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0" name="Google Shape;690;p20"/>
          <p:cNvSpPr txBox="1">
            <a:spLocks noGrp="1"/>
          </p:cNvSpPr>
          <p:nvPr>
            <p:ph type="subTitle" idx="3"/>
          </p:nvPr>
        </p:nvSpPr>
        <p:spPr>
          <a:xfrm>
            <a:off x="6160620" y="4636300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1" name="Google Shape;691;p20"/>
          <p:cNvSpPr txBox="1">
            <a:spLocks noGrp="1"/>
          </p:cNvSpPr>
          <p:nvPr>
            <p:ph type="subTitle" idx="4"/>
          </p:nvPr>
        </p:nvSpPr>
        <p:spPr>
          <a:xfrm>
            <a:off x="1975067" y="1973333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2" name="Google Shape;692;p20"/>
          <p:cNvSpPr txBox="1">
            <a:spLocks noGrp="1"/>
          </p:cNvSpPr>
          <p:nvPr>
            <p:ph type="subTitle" idx="5"/>
          </p:nvPr>
        </p:nvSpPr>
        <p:spPr>
          <a:xfrm>
            <a:off x="1975068" y="3304803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3" name="Google Shape;693;p20"/>
          <p:cNvSpPr txBox="1">
            <a:spLocks noGrp="1"/>
          </p:cNvSpPr>
          <p:nvPr>
            <p:ph type="subTitle" idx="6"/>
          </p:nvPr>
        </p:nvSpPr>
        <p:spPr>
          <a:xfrm>
            <a:off x="1975067" y="4636299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94" name="Google Shape;694;p20"/>
          <p:cNvGrpSpPr/>
          <p:nvPr/>
        </p:nvGrpSpPr>
        <p:grpSpPr>
          <a:xfrm>
            <a:off x="431828" y="-112070"/>
            <a:ext cx="11558539" cy="6797804"/>
            <a:chOff x="323871" y="-84053"/>
            <a:chExt cx="8668904" cy="5098353"/>
          </a:xfrm>
        </p:grpSpPr>
        <p:sp>
          <p:nvSpPr>
            <p:cNvPr id="695" name="Google Shape;695;p20"/>
            <p:cNvSpPr/>
            <p:nvPr/>
          </p:nvSpPr>
          <p:spPr>
            <a:xfrm rot="1771310">
              <a:off x="3873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96" name="Google Shape;696;p2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266124" y="213017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20"/>
            <p:cNvSpPr/>
            <p:nvPr/>
          </p:nvSpPr>
          <p:spPr>
            <a:xfrm rot="1771310">
              <a:off x="1195775" y="-205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98" name="Google Shape;698;p2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5215749" y="44177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54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21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701" name="Google Shape;701;p21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702" name="Google Shape;702;p2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3" name="Google Shape;703;p2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4" name="Google Shape;704;p2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5" name="Google Shape;705;p2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6" name="Google Shape;706;p2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7" name="Google Shape;707;p2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8" name="Google Shape;708;p2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9" name="Google Shape;709;p2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10" name="Google Shape;710;p21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711" name="Google Shape;711;p2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2" name="Google Shape;712;p2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" name="Google Shape;713;p2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" name="Google Shape;714;p2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2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2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2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2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19" name="Google Shape;719;p21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720" name="Google Shape;720;p21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1" name="Google Shape;721;p21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2" name="Google Shape;722;p21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3" name="Google Shape;723;p21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4" name="Google Shape;724;p21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5" name="Google Shape;725;p21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6" name="Google Shape;726;p21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7" name="Google Shape;727;p21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21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21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21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21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32" name="Google Shape;732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3" name="Google Shape;733;p21"/>
          <p:cNvSpPr txBox="1">
            <a:spLocks noGrp="1"/>
          </p:cNvSpPr>
          <p:nvPr>
            <p:ph type="subTitle" idx="1"/>
          </p:nvPr>
        </p:nvSpPr>
        <p:spPr>
          <a:xfrm>
            <a:off x="1839433" y="2714569"/>
            <a:ext cx="4162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4" name="Google Shape;734;p21"/>
          <p:cNvSpPr txBox="1">
            <a:spLocks noGrp="1"/>
          </p:cNvSpPr>
          <p:nvPr>
            <p:ph type="subTitle" idx="2"/>
          </p:nvPr>
        </p:nvSpPr>
        <p:spPr>
          <a:xfrm>
            <a:off x="7027033" y="2714569"/>
            <a:ext cx="4162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5" name="Google Shape;735;p21"/>
          <p:cNvSpPr txBox="1">
            <a:spLocks noGrp="1"/>
          </p:cNvSpPr>
          <p:nvPr>
            <p:ph type="subTitle" idx="3"/>
          </p:nvPr>
        </p:nvSpPr>
        <p:spPr>
          <a:xfrm>
            <a:off x="1839433" y="4835333"/>
            <a:ext cx="935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6" name="Google Shape;736;p21"/>
          <p:cNvSpPr txBox="1">
            <a:spLocks noGrp="1"/>
          </p:cNvSpPr>
          <p:nvPr>
            <p:ph type="subTitle" idx="4"/>
          </p:nvPr>
        </p:nvSpPr>
        <p:spPr>
          <a:xfrm>
            <a:off x="1839433" y="2102333"/>
            <a:ext cx="416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7" name="Google Shape;737;p21"/>
          <p:cNvSpPr txBox="1">
            <a:spLocks noGrp="1"/>
          </p:cNvSpPr>
          <p:nvPr>
            <p:ph type="subTitle" idx="5"/>
          </p:nvPr>
        </p:nvSpPr>
        <p:spPr>
          <a:xfrm>
            <a:off x="7027033" y="2102333"/>
            <a:ext cx="416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8" name="Google Shape;738;p21"/>
          <p:cNvSpPr txBox="1">
            <a:spLocks noGrp="1"/>
          </p:cNvSpPr>
          <p:nvPr>
            <p:ph type="subTitle" idx="6"/>
          </p:nvPr>
        </p:nvSpPr>
        <p:spPr>
          <a:xfrm>
            <a:off x="1839433" y="4222333"/>
            <a:ext cx="9350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39" name="Google Shape;739;p21"/>
          <p:cNvGrpSpPr/>
          <p:nvPr/>
        </p:nvGrpSpPr>
        <p:grpSpPr>
          <a:xfrm flipH="1">
            <a:off x="10276641" y="-112071"/>
            <a:ext cx="1713727" cy="6568627"/>
            <a:chOff x="323871" y="-84053"/>
            <a:chExt cx="1285295" cy="4926470"/>
          </a:xfrm>
        </p:grpSpPr>
        <p:sp>
          <p:nvSpPr>
            <p:cNvPr id="740" name="Google Shape;740;p21"/>
            <p:cNvSpPr/>
            <p:nvPr/>
          </p:nvSpPr>
          <p:spPr>
            <a:xfrm rot="1771310">
              <a:off x="3873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21"/>
            <p:cNvSpPr/>
            <p:nvPr/>
          </p:nvSpPr>
          <p:spPr>
            <a:xfrm rot="1771310">
              <a:off x="1195775" y="-205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91213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3" name="Google Shape;743;p22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744" name="Google Shape;744;p22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745" name="Google Shape;745;p2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6" name="Google Shape;746;p2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7" name="Google Shape;747;p2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8" name="Google Shape;748;p2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49" name="Google Shape;749;p2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0" name="Google Shape;750;p2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1" name="Google Shape;751;p2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2" name="Google Shape;752;p2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53" name="Google Shape;753;p22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754" name="Google Shape;754;p2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5" name="Google Shape;755;p2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6" name="Google Shape;756;p2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7" name="Google Shape;757;p2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8" name="Google Shape;758;p2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9" name="Google Shape;759;p2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0" name="Google Shape;760;p2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2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62" name="Google Shape;762;p22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763" name="Google Shape;763;p22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4" name="Google Shape;764;p22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5" name="Google Shape;765;p22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22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7" name="Google Shape;767;p22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" name="Google Shape;768;p22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9" name="Google Shape;769;p22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0" name="Google Shape;770;p22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1" name="Google Shape;771;p22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2" name="Google Shape;772;p22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3" name="Google Shape;773;p22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4" name="Google Shape;774;p22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75" name="Google Shape;775;p22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6" name="Google Shape;776;p22"/>
          <p:cNvSpPr txBox="1">
            <a:spLocks noGrp="1"/>
          </p:cNvSpPr>
          <p:nvPr>
            <p:ph type="subTitle" idx="1"/>
          </p:nvPr>
        </p:nvSpPr>
        <p:spPr>
          <a:xfrm>
            <a:off x="2005005" y="2687516"/>
            <a:ext cx="336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7" name="Google Shape;777;p22"/>
          <p:cNvSpPr txBox="1">
            <a:spLocks noGrp="1"/>
          </p:cNvSpPr>
          <p:nvPr>
            <p:ph type="subTitle" idx="2"/>
          </p:nvPr>
        </p:nvSpPr>
        <p:spPr>
          <a:xfrm>
            <a:off x="6475948" y="2687516"/>
            <a:ext cx="336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8" name="Google Shape;778;p22"/>
          <p:cNvSpPr txBox="1">
            <a:spLocks noGrp="1"/>
          </p:cNvSpPr>
          <p:nvPr>
            <p:ph type="subTitle" idx="3"/>
          </p:nvPr>
        </p:nvSpPr>
        <p:spPr>
          <a:xfrm>
            <a:off x="2005005" y="4598721"/>
            <a:ext cx="336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9" name="Google Shape;779;p22"/>
          <p:cNvSpPr txBox="1">
            <a:spLocks noGrp="1"/>
          </p:cNvSpPr>
          <p:nvPr>
            <p:ph type="subTitle" idx="4"/>
          </p:nvPr>
        </p:nvSpPr>
        <p:spPr>
          <a:xfrm>
            <a:off x="6475948" y="4598721"/>
            <a:ext cx="33684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0" name="Google Shape;780;p22"/>
          <p:cNvSpPr txBox="1">
            <a:spLocks noGrp="1"/>
          </p:cNvSpPr>
          <p:nvPr>
            <p:ph type="subTitle" idx="5"/>
          </p:nvPr>
        </p:nvSpPr>
        <p:spPr>
          <a:xfrm>
            <a:off x="2005005" y="2099000"/>
            <a:ext cx="336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1" name="Google Shape;781;p22"/>
          <p:cNvSpPr txBox="1">
            <a:spLocks noGrp="1"/>
          </p:cNvSpPr>
          <p:nvPr>
            <p:ph type="subTitle" idx="6"/>
          </p:nvPr>
        </p:nvSpPr>
        <p:spPr>
          <a:xfrm>
            <a:off x="6475943" y="2099000"/>
            <a:ext cx="336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2" name="Google Shape;782;p22"/>
          <p:cNvSpPr txBox="1">
            <a:spLocks noGrp="1"/>
          </p:cNvSpPr>
          <p:nvPr>
            <p:ph type="subTitle" idx="7"/>
          </p:nvPr>
        </p:nvSpPr>
        <p:spPr>
          <a:xfrm>
            <a:off x="2005005" y="4010203"/>
            <a:ext cx="336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3" name="Google Shape;783;p22"/>
          <p:cNvSpPr txBox="1">
            <a:spLocks noGrp="1"/>
          </p:cNvSpPr>
          <p:nvPr>
            <p:ph type="subTitle" idx="8"/>
          </p:nvPr>
        </p:nvSpPr>
        <p:spPr>
          <a:xfrm>
            <a:off x="6475944" y="4010203"/>
            <a:ext cx="336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84" name="Google Shape;784;p22"/>
          <p:cNvGrpSpPr/>
          <p:nvPr/>
        </p:nvGrpSpPr>
        <p:grpSpPr>
          <a:xfrm>
            <a:off x="49299" y="-274670"/>
            <a:ext cx="12065168" cy="6831860"/>
            <a:chOff x="36974" y="-206003"/>
            <a:chExt cx="9048876" cy="5123895"/>
          </a:xfrm>
        </p:grpSpPr>
        <p:sp>
          <p:nvSpPr>
            <p:cNvPr id="785" name="Google Shape;785;p22"/>
            <p:cNvSpPr/>
            <p:nvPr/>
          </p:nvSpPr>
          <p:spPr>
            <a:xfrm rot="1771310">
              <a:off x="2305350" y="45045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786" name="Google Shape;786;p22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359199" y="29518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7" name="Google Shape;787;p22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36974" y="13420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22"/>
            <p:cNvSpPr/>
            <p:nvPr/>
          </p:nvSpPr>
          <p:spPr>
            <a:xfrm rot="1771310">
              <a:off x="2562150" y="-14248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7949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2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791" name="Google Shape;791;p2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792" name="Google Shape;792;p2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2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2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2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2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2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00" name="Google Shape;800;p23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01" name="Google Shape;801;p2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2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2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2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2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2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2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09" name="Google Shape;809;p2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810" name="Google Shape;810;p2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2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2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2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2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2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2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2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2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9" name="Google Shape;819;p2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2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2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22" name="Google Shape;822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3" name="Google Shape;823;p23"/>
          <p:cNvSpPr txBox="1">
            <a:spLocks noGrp="1"/>
          </p:cNvSpPr>
          <p:nvPr>
            <p:ph type="subTitle" idx="1"/>
          </p:nvPr>
        </p:nvSpPr>
        <p:spPr>
          <a:xfrm>
            <a:off x="1843753" y="2403995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4" name="Google Shape;824;p23"/>
          <p:cNvSpPr txBox="1">
            <a:spLocks noGrp="1"/>
          </p:cNvSpPr>
          <p:nvPr>
            <p:ph type="subTitle" idx="2"/>
          </p:nvPr>
        </p:nvSpPr>
        <p:spPr>
          <a:xfrm>
            <a:off x="7026043" y="2403995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5" name="Google Shape;825;p23"/>
          <p:cNvSpPr txBox="1">
            <a:spLocks noGrp="1"/>
          </p:cNvSpPr>
          <p:nvPr>
            <p:ph type="subTitle" idx="3"/>
          </p:nvPr>
        </p:nvSpPr>
        <p:spPr>
          <a:xfrm>
            <a:off x="1843753" y="5322953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6" name="Google Shape;826;p23"/>
          <p:cNvSpPr txBox="1">
            <a:spLocks noGrp="1"/>
          </p:cNvSpPr>
          <p:nvPr>
            <p:ph type="subTitle" idx="4"/>
          </p:nvPr>
        </p:nvSpPr>
        <p:spPr>
          <a:xfrm>
            <a:off x="7026043" y="3890625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7" name="Google Shape;827;p23"/>
          <p:cNvSpPr txBox="1">
            <a:spLocks noGrp="1"/>
          </p:cNvSpPr>
          <p:nvPr>
            <p:ph type="subTitle" idx="5"/>
          </p:nvPr>
        </p:nvSpPr>
        <p:spPr>
          <a:xfrm>
            <a:off x="1843753" y="3890625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8" name="Google Shape;828;p23"/>
          <p:cNvSpPr txBox="1">
            <a:spLocks noGrp="1"/>
          </p:cNvSpPr>
          <p:nvPr>
            <p:ph type="subTitle" idx="6"/>
          </p:nvPr>
        </p:nvSpPr>
        <p:spPr>
          <a:xfrm>
            <a:off x="7026043" y="5322953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9" name="Google Shape;829;p23"/>
          <p:cNvSpPr txBox="1">
            <a:spLocks noGrp="1"/>
          </p:cNvSpPr>
          <p:nvPr>
            <p:ph type="subTitle" idx="7"/>
          </p:nvPr>
        </p:nvSpPr>
        <p:spPr>
          <a:xfrm>
            <a:off x="1843753" y="1934768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0" name="Google Shape;830;p23"/>
          <p:cNvSpPr txBox="1">
            <a:spLocks noGrp="1"/>
          </p:cNvSpPr>
          <p:nvPr>
            <p:ph type="subTitle" idx="8"/>
          </p:nvPr>
        </p:nvSpPr>
        <p:spPr>
          <a:xfrm>
            <a:off x="7026043" y="1934768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1" name="Google Shape;831;p23"/>
          <p:cNvSpPr txBox="1">
            <a:spLocks noGrp="1"/>
          </p:cNvSpPr>
          <p:nvPr>
            <p:ph type="subTitle" idx="9"/>
          </p:nvPr>
        </p:nvSpPr>
        <p:spPr>
          <a:xfrm>
            <a:off x="1843753" y="4849017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2" name="Google Shape;832;p23"/>
          <p:cNvSpPr txBox="1">
            <a:spLocks noGrp="1"/>
          </p:cNvSpPr>
          <p:nvPr>
            <p:ph type="subTitle" idx="13"/>
          </p:nvPr>
        </p:nvSpPr>
        <p:spPr>
          <a:xfrm>
            <a:off x="7026043" y="3421401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3" name="Google Shape;833;p23"/>
          <p:cNvSpPr txBox="1">
            <a:spLocks noGrp="1"/>
          </p:cNvSpPr>
          <p:nvPr>
            <p:ph type="subTitle" idx="14"/>
          </p:nvPr>
        </p:nvSpPr>
        <p:spPr>
          <a:xfrm>
            <a:off x="1843753" y="3421401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4" name="Google Shape;834;p23"/>
          <p:cNvSpPr txBox="1">
            <a:spLocks noGrp="1"/>
          </p:cNvSpPr>
          <p:nvPr>
            <p:ph type="subTitle" idx="15"/>
          </p:nvPr>
        </p:nvSpPr>
        <p:spPr>
          <a:xfrm>
            <a:off x="7026043" y="4849017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35" name="Google Shape;835;p23"/>
          <p:cNvGrpSpPr/>
          <p:nvPr/>
        </p:nvGrpSpPr>
        <p:grpSpPr>
          <a:xfrm>
            <a:off x="-74206" y="-124337"/>
            <a:ext cx="10415627" cy="6945927"/>
            <a:chOff x="-55654" y="-93253"/>
            <a:chExt cx="7811720" cy="5209445"/>
          </a:xfrm>
        </p:grpSpPr>
        <p:sp>
          <p:nvSpPr>
            <p:cNvPr id="836" name="Google Shape;836;p23"/>
            <p:cNvSpPr/>
            <p:nvPr/>
          </p:nvSpPr>
          <p:spPr>
            <a:xfrm rot="1771310">
              <a:off x="3771075" y="-297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23"/>
            <p:cNvSpPr/>
            <p:nvPr/>
          </p:nvSpPr>
          <p:spPr>
            <a:xfrm rot="1771310">
              <a:off x="7342675" y="47028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23"/>
            <p:cNvSpPr/>
            <p:nvPr/>
          </p:nvSpPr>
          <p:spPr>
            <a:xfrm rot="1771310">
              <a:off x="7800" y="1454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839" name="Google Shape;839;p23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2332674" y="45047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2477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2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42" name="Google Shape;842;p2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43" name="Google Shape;843;p2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2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2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2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2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2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51" name="Google Shape;851;p2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52" name="Google Shape;852;p2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3" name="Google Shape;853;p2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4" name="Google Shape;854;p2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5" name="Google Shape;855;p2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6" name="Google Shape;856;p2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7" name="Google Shape;857;p2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60" name="Google Shape;860;p2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861" name="Google Shape;861;p2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5" name="Google Shape;865;p2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2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2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2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9" name="Google Shape;869;p2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0" name="Google Shape;870;p2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1" name="Google Shape;871;p2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2" name="Google Shape;872;p2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73" name="Google Shape;873;p24"/>
          <p:cNvSpPr txBox="1">
            <a:spLocks noGrp="1"/>
          </p:cNvSpPr>
          <p:nvPr>
            <p:ph type="title" hasCustomPrompt="1"/>
          </p:nvPr>
        </p:nvSpPr>
        <p:spPr>
          <a:xfrm>
            <a:off x="1324800" y="795800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4" name="Google Shape;874;p24"/>
          <p:cNvSpPr txBox="1">
            <a:spLocks noGrp="1"/>
          </p:cNvSpPr>
          <p:nvPr>
            <p:ph type="subTitle" idx="1"/>
          </p:nvPr>
        </p:nvSpPr>
        <p:spPr>
          <a:xfrm>
            <a:off x="1324800" y="1748417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title" idx="2" hasCustomPrompt="1"/>
          </p:nvPr>
        </p:nvSpPr>
        <p:spPr>
          <a:xfrm>
            <a:off x="6100000" y="2507861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3"/>
          </p:nvPr>
        </p:nvSpPr>
        <p:spPr>
          <a:xfrm>
            <a:off x="6100000" y="3483109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title" idx="4" hasCustomPrompt="1"/>
          </p:nvPr>
        </p:nvSpPr>
        <p:spPr>
          <a:xfrm>
            <a:off x="1324800" y="4256339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5"/>
          </p:nvPr>
        </p:nvSpPr>
        <p:spPr>
          <a:xfrm>
            <a:off x="1324800" y="5242868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79" name="Google Shape;879;p24"/>
          <p:cNvGrpSpPr/>
          <p:nvPr/>
        </p:nvGrpSpPr>
        <p:grpSpPr>
          <a:xfrm>
            <a:off x="377095" y="-123404"/>
            <a:ext cx="11764093" cy="3465160"/>
            <a:chOff x="282821" y="-92553"/>
            <a:chExt cx="8823070" cy="2598870"/>
          </a:xfrm>
        </p:grpSpPr>
        <p:sp>
          <p:nvSpPr>
            <p:cNvPr id="880" name="Google Shape;880;p24"/>
            <p:cNvSpPr/>
            <p:nvPr/>
          </p:nvSpPr>
          <p:spPr>
            <a:xfrm rot="1771310">
              <a:off x="346275" y="2528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24"/>
            <p:cNvSpPr/>
            <p:nvPr/>
          </p:nvSpPr>
          <p:spPr>
            <a:xfrm rot="1771310">
              <a:off x="8692500" y="20929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24"/>
            <p:cNvSpPr/>
            <p:nvPr/>
          </p:nvSpPr>
          <p:spPr>
            <a:xfrm rot="1771310">
              <a:off x="5042025" y="-290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06849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2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85" name="Google Shape;885;p25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86" name="Google Shape;886;p2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7" name="Google Shape;887;p2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2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2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0" name="Google Shape;890;p2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1" name="Google Shape;891;p2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2" name="Google Shape;892;p2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3" name="Google Shape;893;p2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94" name="Google Shape;894;p25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95" name="Google Shape;895;p2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6" name="Google Shape;896;p2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7" name="Google Shape;897;p2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8" name="Google Shape;898;p2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9" name="Google Shape;899;p2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0" name="Google Shape;900;p2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1" name="Google Shape;901;p2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2" name="Google Shape;902;p2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03" name="Google Shape;903;p2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04" name="Google Shape;904;p2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2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2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2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2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2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2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2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2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2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2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2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16" name="Google Shape;916;p25"/>
          <p:cNvSpPr txBox="1">
            <a:spLocks noGrp="1"/>
          </p:cNvSpPr>
          <p:nvPr>
            <p:ph type="title" hasCustomPrompt="1"/>
          </p:nvPr>
        </p:nvSpPr>
        <p:spPr>
          <a:xfrm>
            <a:off x="1966533" y="2412933"/>
            <a:ext cx="1467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7" name="Google Shape;917;p25"/>
          <p:cNvSpPr txBox="1">
            <a:spLocks noGrp="1"/>
          </p:cNvSpPr>
          <p:nvPr>
            <p:ph type="subTitle" idx="1"/>
          </p:nvPr>
        </p:nvSpPr>
        <p:spPr>
          <a:xfrm>
            <a:off x="1251333" y="4229300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8" name="Google Shape;918;p25"/>
          <p:cNvSpPr txBox="1">
            <a:spLocks noGrp="1"/>
          </p:cNvSpPr>
          <p:nvPr>
            <p:ph type="subTitle" idx="2"/>
          </p:nvPr>
        </p:nvSpPr>
        <p:spPr>
          <a:xfrm>
            <a:off x="1251333" y="3754800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9" name="Google Shape;919;p25"/>
          <p:cNvSpPr txBox="1">
            <a:spLocks noGrp="1"/>
          </p:cNvSpPr>
          <p:nvPr>
            <p:ph type="title" idx="3" hasCustomPrompt="1"/>
          </p:nvPr>
        </p:nvSpPr>
        <p:spPr>
          <a:xfrm>
            <a:off x="8560067" y="2412933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0" name="Google Shape;920;p25"/>
          <p:cNvSpPr txBox="1">
            <a:spLocks noGrp="1"/>
          </p:cNvSpPr>
          <p:nvPr>
            <p:ph type="subTitle" idx="4"/>
          </p:nvPr>
        </p:nvSpPr>
        <p:spPr>
          <a:xfrm>
            <a:off x="4647200" y="4814407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1" name="Google Shape;921;p25"/>
          <p:cNvSpPr txBox="1">
            <a:spLocks noGrp="1"/>
          </p:cNvSpPr>
          <p:nvPr>
            <p:ph type="subTitle" idx="5"/>
          </p:nvPr>
        </p:nvSpPr>
        <p:spPr>
          <a:xfrm>
            <a:off x="4647200" y="4339907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2" name="Google Shape;922;p25"/>
          <p:cNvSpPr txBox="1">
            <a:spLocks noGrp="1"/>
          </p:cNvSpPr>
          <p:nvPr>
            <p:ph type="title" idx="6" hasCustomPrompt="1"/>
          </p:nvPr>
        </p:nvSpPr>
        <p:spPr>
          <a:xfrm>
            <a:off x="5164200" y="279484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3" name="Google Shape;923;p25"/>
          <p:cNvSpPr txBox="1">
            <a:spLocks noGrp="1"/>
          </p:cNvSpPr>
          <p:nvPr>
            <p:ph type="subTitle" idx="7"/>
          </p:nvPr>
        </p:nvSpPr>
        <p:spPr>
          <a:xfrm>
            <a:off x="8043067" y="4229300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4" name="Google Shape;924;p25"/>
          <p:cNvSpPr txBox="1">
            <a:spLocks noGrp="1"/>
          </p:cNvSpPr>
          <p:nvPr>
            <p:ph type="subTitle" idx="8"/>
          </p:nvPr>
        </p:nvSpPr>
        <p:spPr>
          <a:xfrm>
            <a:off x="8043067" y="3754800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5" name="Google Shape;925;p25"/>
          <p:cNvSpPr txBox="1">
            <a:spLocks noGrp="1"/>
          </p:cNvSpPr>
          <p:nvPr>
            <p:ph type="title" idx="9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26" name="Google Shape;926;p25"/>
          <p:cNvGrpSpPr/>
          <p:nvPr/>
        </p:nvGrpSpPr>
        <p:grpSpPr>
          <a:xfrm>
            <a:off x="74665" y="-262204"/>
            <a:ext cx="12117323" cy="6957771"/>
            <a:chOff x="55999" y="-196653"/>
            <a:chExt cx="9087992" cy="5218328"/>
          </a:xfrm>
        </p:grpSpPr>
        <p:sp>
          <p:nvSpPr>
            <p:cNvPr id="927" name="Google Shape;927;p25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28" name="Google Shape;928;p25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7824499" y="44251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25"/>
            <p:cNvSpPr/>
            <p:nvPr/>
          </p:nvSpPr>
          <p:spPr>
            <a:xfrm rot="1771310">
              <a:off x="8730600" y="11021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30" name="Google Shape;930;p25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55999" y="17335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25"/>
            <p:cNvSpPr/>
            <p:nvPr/>
          </p:nvSpPr>
          <p:spPr>
            <a:xfrm rot="1771310">
              <a:off x="1648375" y="45484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22065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26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934" name="Google Shape;934;p26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935" name="Google Shape;935;p2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6" name="Google Shape;936;p2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7" name="Google Shape;937;p2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8" name="Google Shape;938;p2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9" name="Google Shape;939;p2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0" name="Google Shape;940;p2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1" name="Google Shape;941;p2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2" name="Google Shape;942;p2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43" name="Google Shape;943;p2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944" name="Google Shape;944;p2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5" name="Google Shape;945;p2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6" name="Google Shape;946;p2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7" name="Google Shape;947;p2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8" name="Google Shape;948;p2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9" name="Google Shape;949;p2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0" name="Google Shape;950;p2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1" name="Google Shape;951;p2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52" name="Google Shape;952;p2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53" name="Google Shape;953;p2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4" name="Google Shape;954;p2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2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2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2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2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2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2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2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2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2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2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65" name="Google Shape;965;p26"/>
          <p:cNvSpPr txBox="1">
            <a:spLocks noGrp="1"/>
          </p:cNvSpPr>
          <p:nvPr>
            <p:ph type="title"/>
          </p:nvPr>
        </p:nvSpPr>
        <p:spPr>
          <a:xfrm>
            <a:off x="951033" y="509367"/>
            <a:ext cx="5930800" cy="17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1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6" name="Google Shape;966;p26"/>
          <p:cNvSpPr txBox="1">
            <a:spLocks noGrp="1"/>
          </p:cNvSpPr>
          <p:nvPr>
            <p:ph type="subTitle" idx="1"/>
          </p:nvPr>
        </p:nvSpPr>
        <p:spPr>
          <a:xfrm>
            <a:off x="951033" y="22446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7" name="Google Shape;967;p26"/>
          <p:cNvSpPr txBox="1"/>
          <p:nvPr/>
        </p:nvSpPr>
        <p:spPr>
          <a:xfrm>
            <a:off x="951033" y="5017467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6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68" name="Google Shape;968;p26"/>
          <p:cNvGrpSpPr/>
          <p:nvPr/>
        </p:nvGrpSpPr>
        <p:grpSpPr>
          <a:xfrm>
            <a:off x="-465602" y="9697"/>
            <a:ext cx="12571123" cy="5999260"/>
            <a:chOff x="-349201" y="7272"/>
            <a:chExt cx="9428342" cy="4499445"/>
          </a:xfrm>
        </p:grpSpPr>
        <p:sp>
          <p:nvSpPr>
            <p:cNvPr id="969" name="Google Shape;969;p26"/>
            <p:cNvSpPr/>
            <p:nvPr/>
          </p:nvSpPr>
          <p:spPr>
            <a:xfrm rot="1771310">
              <a:off x="1465550" y="707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70" name="Google Shape;970;p26"/>
            <p:cNvPicPr preferRelativeResize="0"/>
            <p:nvPr/>
          </p:nvPicPr>
          <p:blipFill rotWithShape="1">
            <a:blip r:embed="rId5">
              <a:alphaModFix/>
            </a:blip>
            <a:srcRect l="28959" t="12546" r="12546" b="12546"/>
            <a:stretch/>
          </p:blipFill>
          <p:spPr>
            <a:xfrm rot="10800000">
              <a:off x="-349201" y="37546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26"/>
            <p:cNvSpPr/>
            <p:nvPr/>
          </p:nvSpPr>
          <p:spPr>
            <a:xfrm rot="1771310">
              <a:off x="8665750" y="40933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82086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27"/>
          <p:cNvGrpSpPr/>
          <p:nvPr/>
        </p:nvGrpSpPr>
        <p:grpSpPr>
          <a:xfrm>
            <a:off x="-8633" y="3621633"/>
            <a:ext cx="12333600" cy="3254647"/>
            <a:chOff x="-6475" y="2716224"/>
            <a:chExt cx="9250200" cy="2440985"/>
          </a:xfrm>
        </p:grpSpPr>
        <p:grpSp>
          <p:nvGrpSpPr>
            <p:cNvPr id="974" name="Google Shape;974;p2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75" name="Google Shape;975;p2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2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2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2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2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2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2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2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2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2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2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2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87" name="Google Shape;987;p27"/>
            <p:cNvGrpSpPr/>
            <p:nvPr/>
          </p:nvGrpSpPr>
          <p:grpSpPr>
            <a:xfrm>
              <a:off x="-6475" y="2716224"/>
              <a:ext cx="9141070" cy="1893600"/>
              <a:chOff x="-6475" y="2716224"/>
              <a:chExt cx="9141070" cy="1893600"/>
            </a:xfrm>
          </p:grpSpPr>
          <p:sp>
            <p:nvSpPr>
              <p:cNvPr id="988" name="Google Shape;988;p27"/>
              <p:cNvSpPr/>
              <p:nvPr/>
            </p:nvSpPr>
            <p:spPr>
              <a:xfrm flipH="1">
                <a:off x="8835795" y="2937530"/>
                <a:ext cx="298800" cy="1672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9" name="Google Shape;989;p27"/>
              <p:cNvSpPr/>
              <p:nvPr/>
            </p:nvSpPr>
            <p:spPr>
              <a:xfrm flipH="1">
                <a:off x="8393681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0" name="Google Shape;990;p27"/>
              <p:cNvSpPr/>
              <p:nvPr/>
            </p:nvSpPr>
            <p:spPr>
              <a:xfrm flipH="1">
                <a:off x="7951568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1" name="Google Shape;991;p27"/>
              <p:cNvSpPr/>
              <p:nvPr/>
            </p:nvSpPr>
            <p:spPr>
              <a:xfrm flipH="1">
                <a:off x="7509454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2" name="Google Shape;992;p27"/>
              <p:cNvSpPr/>
              <p:nvPr/>
            </p:nvSpPr>
            <p:spPr>
              <a:xfrm flipH="1">
                <a:off x="7067341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3" name="Google Shape;993;p27"/>
              <p:cNvSpPr/>
              <p:nvPr/>
            </p:nvSpPr>
            <p:spPr>
              <a:xfrm flipH="1">
                <a:off x="662522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4" name="Google Shape;994;p27"/>
              <p:cNvSpPr/>
              <p:nvPr/>
            </p:nvSpPr>
            <p:spPr>
              <a:xfrm flipH="1">
                <a:off x="6183114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5" name="Google Shape;995;p27"/>
              <p:cNvSpPr/>
              <p:nvPr/>
            </p:nvSpPr>
            <p:spPr>
              <a:xfrm flipH="1">
                <a:off x="529888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6" name="Google Shape;996;p27"/>
              <p:cNvSpPr/>
              <p:nvPr/>
            </p:nvSpPr>
            <p:spPr>
              <a:xfrm>
                <a:off x="-6475" y="2716224"/>
                <a:ext cx="298800" cy="1893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7" name="Google Shape;997;p27"/>
              <p:cNvSpPr/>
              <p:nvPr/>
            </p:nvSpPr>
            <p:spPr>
              <a:xfrm>
                <a:off x="435639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8" name="Google Shape;998;p27"/>
              <p:cNvSpPr/>
              <p:nvPr/>
            </p:nvSpPr>
            <p:spPr>
              <a:xfrm>
                <a:off x="877752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9" name="Google Shape;999;p27"/>
              <p:cNvSpPr/>
              <p:nvPr/>
            </p:nvSpPr>
            <p:spPr>
              <a:xfrm>
                <a:off x="131986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0" name="Google Shape;1000;p27"/>
              <p:cNvSpPr/>
              <p:nvPr/>
            </p:nvSpPr>
            <p:spPr>
              <a:xfrm>
                <a:off x="1761979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1" name="Google Shape;1001;p27"/>
              <p:cNvSpPr/>
              <p:nvPr/>
            </p:nvSpPr>
            <p:spPr>
              <a:xfrm>
                <a:off x="2204093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2" name="Google Shape;1002;p27"/>
              <p:cNvSpPr/>
              <p:nvPr/>
            </p:nvSpPr>
            <p:spPr>
              <a:xfrm>
                <a:off x="2646206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3" name="Google Shape;1003;p27"/>
              <p:cNvSpPr/>
              <p:nvPr/>
            </p:nvSpPr>
            <p:spPr>
              <a:xfrm>
                <a:off x="308832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4" name="Google Shape;1004;p27"/>
              <p:cNvSpPr/>
              <p:nvPr/>
            </p:nvSpPr>
            <p:spPr>
              <a:xfrm>
                <a:off x="3530433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5" name="Google Shape;1005;p27"/>
              <p:cNvSpPr/>
              <p:nvPr/>
            </p:nvSpPr>
            <p:spPr>
              <a:xfrm>
                <a:off x="4414660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6" name="Google Shape;1006;p27"/>
              <p:cNvSpPr/>
              <p:nvPr/>
            </p:nvSpPr>
            <p:spPr>
              <a:xfrm>
                <a:off x="4856773" y="3949130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7" name="Google Shape;1007;p27"/>
              <p:cNvSpPr/>
              <p:nvPr/>
            </p:nvSpPr>
            <p:spPr>
              <a:xfrm>
                <a:off x="397254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8" name="Google Shape;1008;p27"/>
              <p:cNvSpPr/>
              <p:nvPr/>
            </p:nvSpPr>
            <p:spPr>
              <a:xfrm>
                <a:off x="574100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09" name="Google Shape;1009;p27"/>
          <p:cNvGrpSpPr/>
          <p:nvPr/>
        </p:nvGrpSpPr>
        <p:grpSpPr>
          <a:xfrm>
            <a:off x="-8631" y="449570"/>
            <a:ext cx="12004619" cy="5977497"/>
            <a:chOff x="-6473" y="337177"/>
            <a:chExt cx="9003464" cy="4483123"/>
          </a:xfrm>
        </p:grpSpPr>
        <p:pic>
          <p:nvPicPr>
            <p:cNvPr id="1010" name="Google Shape;1010;p27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6473" y="4118400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1" name="Google Shape;1011;p27"/>
            <p:cNvGrpSpPr/>
            <p:nvPr/>
          </p:nvGrpSpPr>
          <p:grpSpPr>
            <a:xfrm>
              <a:off x="340235" y="337177"/>
              <a:ext cx="745978" cy="516368"/>
              <a:chOff x="923424" y="1580182"/>
              <a:chExt cx="1171264" cy="810752"/>
            </a:xfrm>
          </p:grpSpPr>
          <p:sp>
            <p:nvSpPr>
              <p:cNvPr id="1012" name="Google Shape;1012;p27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3" name="Google Shape;1013;p27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4" name="Google Shape;1014;p27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5" name="Google Shape;1015;p27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016" name="Google Shape;1016;p27"/>
            <p:cNvSpPr/>
            <p:nvPr/>
          </p:nvSpPr>
          <p:spPr>
            <a:xfrm rot="1771310">
              <a:off x="8583600" y="18045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97737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8"/>
          <p:cNvSpPr/>
          <p:nvPr/>
        </p:nvSpPr>
        <p:spPr>
          <a:xfrm flipH="1">
            <a:off x="7065183" y="5531107"/>
            <a:ext cx="398400" cy="615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9" name="Google Shape;1019;p28"/>
          <p:cNvSpPr/>
          <p:nvPr/>
        </p:nvSpPr>
        <p:spPr>
          <a:xfrm>
            <a:off x="4707233" y="5531105"/>
            <a:ext cx="398400" cy="615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0" name="Google Shape;1020;p28"/>
          <p:cNvSpPr/>
          <p:nvPr/>
        </p:nvSpPr>
        <p:spPr>
          <a:xfrm>
            <a:off x="5886200" y="5869107"/>
            <a:ext cx="398400" cy="277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1" name="Google Shape;1021;p28"/>
          <p:cNvSpPr/>
          <p:nvPr/>
        </p:nvSpPr>
        <p:spPr>
          <a:xfrm>
            <a:off x="6475700" y="5676472"/>
            <a:ext cx="398400" cy="4700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2" name="Google Shape;1022;p28"/>
          <p:cNvSpPr/>
          <p:nvPr/>
        </p:nvSpPr>
        <p:spPr>
          <a:xfrm>
            <a:off x="5296733" y="5676469"/>
            <a:ext cx="398400" cy="4700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23" name="Google Shape;1023;p28"/>
          <p:cNvGrpSpPr/>
          <p:nvPr/>
        </p:nvGrpSpPr>
        <p:grpSpPr>
          <a:xfrm>
            <a:off x="-8633" y="2607067"/>
            <a:ext cx="12333600" cy="4269212"/>
            <a:chOff x="-6475" y="1955300"/>
            <a:chExt cx="9250200" cy="3201909"/>
          </a:xfrm>
        </p:grpSpPr>
        <p:grpSp>
          <p:nvGrpSpPr>
            <p:cNvPr id="1024" name="Google Shape;1024;p2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25" name="Google Shape;1025;p2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2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2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2" name="Google Shape;1032;p2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3" name="Google Shape;1033;p2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2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2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2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7" name="Google Shape;1037;p28"/>
            <p:cNvGrpSpPr/>
            <p:nvPr/>
          </p:nvGrpSpPr>
          <p:grpSpPr>
            <a:xfrm>
              <a:off x="-6475" y="1955300"/>
              <a:ext cx="9141075" cy="2654569"/>
              <a:chOff x="-6475" y="1955300"/>
              <a:chExt cx="9141075" cy="2654569"/>
            </a:xfrm>
          </p:grpSpPr>
          <p:sp>
            <p:nvSpPr>
              <p:cNvPr id="1038" name="Google Shape;1038;p28"/>
              <p:cNvSpPr/>
              <p:nvPr/>
            </p:nvSpPr>
            <p:spPr>
              <a:xfrm flipH="1">
                <a:off x="8835800" y="1955324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8393675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7951575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7509450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7067350" y="3429010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6625225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6183125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-6475" y="1955300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435650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877750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1319875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1761975" y="3429001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204100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646200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3088325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5741001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54" name="Google Shape;1054;p28"/>
          <p:cNvGrpSpPr/>
          <p:nvPr/>
        </p:nvGrpSpPr>
        <p:grpSpPr>
          <a:xfrm>
            <a:off x="1792395" y="-3"/>
            <a:ext cx="10562456" cy="6857993"/>
            <a:chOff x="1344296" y="-3"/>
            <a:chExt cx="7921842" cy="5143495"/>
          </a:xfrm>
        </p:grpSpPr>
        <p:pic>
          <p:nvPicPr>
            <p:cNvPr id="1055" name="Google Shape;1055;p2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344502" y="3058875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6" name="Google Shape;1056;p28"/>
            <p:cNvGrpSpPr/>
            <p:nvPr/>
          </p:nvGrpSpPr>
          <p:grpSpPr>
            <a:xfrm>
              <a:off x="8520160" y="433502"/>
              <a:ext cx="745978" cy="516368"/>
              <a:chOff x="923424" y="1580182"/>
              <a:chExt cx="1171264" cy="810752"/>
            </a:xfrm>
          </p:grpSpPr>
          <p:sp>
            <p:nvSpPr>
              <p:cNvPr id="1057" name="Google Shape;1057;p28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061" name="Google Shape;1061;p28"/>
            <p:cNvSpPr/>
            <p:nvPr/>
          </p:nvSpPr>
          <p:spPr>
            <a:xfrm rot="1771310">
              <a:off x="2062725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28"/>
            <p:cNvSpPr/>
            <p:nvPr/>
          </p:nvSpPr>
          <p:spPr>
            <a:xfrm rot="1771310">
              <a:off x="140775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49274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72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906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90460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8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797" r:id="rId24"/>
    <p:sldLayoutId id="2147483798" r:id="rId25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065" name="Google Shape;1065;p2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3867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ctrTitle" idx="2"/>
          </p:nvPr>
        </p:nvSpPr>
        <p:spPr>
          <a:xfrm>
            <a:off x="950967" y="1322667"/>
            <a:ext cx="7057600" cy="317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dirty="0"/>
              <a:t>Generative AI &amp; Agentic AI</a:t>
            </a:r>
            <a:br>
              <a:rPr lang="en-IN" dirty="0"/>
            </a:br>
            <a:r>
              <a:rPr lang="en-US" sz="2000" dirty="0">
                <a:latin typeface="Barlow" panose="00000500000000000000" pitchFamily="2" charset="0"/>
              </a:rPr>
              <a:t>From Generating Content to Taking Action</a:t>
            </a:r>
            <a:br>
              <a:rPr lang="en-US" sz="2000" dirty="0">
                <a:latin typeface="Barlow" panose="00000500000000000000" pitchFamily="2" charset="0"/>
              </a:rPr>
            </a:br>
            <a:endParaRPr lang="en-IN" dirty="0">
              <a:latin typeface="Barlow" panose="00000500000000000000" pitchFamily="2" charset="0"/>
            </a:endParaRPr>
          </a:p>
        </p:txBody>
      </p:sp>
      <p:sp>
        <p:nvSpPr>
          <p:cNvPr id="1074" name="Google Shape;1074;p32"/>
          <p:cNvSpPr/>
          <p:nvPr/>
        </p:nvSpPr>
        <p:spPr>
          <a:xfrm>
            <a:off x="1097268" y="4990867"/>
            <a:ext cx="6305200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75" name="Google Shape;1075;p32"/>
          <p:cNvSpPr txBox="1">
            <a:spLocks noGrp="1"/>
          </p:cNvSpPr>
          <p:nvPr>
            <p:ph type="ctrTitle"/>
          </p:nvPr>
        </p:nvSpPr>
        <p:spPr>
          <a:xfrm>
            <a:off x="950967" y="701067"/>
            <a:ext cx="8464400" cy="5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MACHINE LEARNING IN AGENTIC AI</a:t>
            </a:r>
            <a:endParaRPr dirty="0">
              <a:solidFill>
                <a:schemeClr val="lt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076" name="Google Shape;1076;p32"/>
          <p:cNvSpPr txBox="1">
            <a:spLocks noGrp="1"/>
          </p:cNvSpPr>
          <p:nvPr>
            <p:ph type="subTitle" idx="1"/>
          </p:nvPr>
        </p:nvSpPr>
        <p:spPr>
          <a:xfrm>
            <a:off x="1230000" y="4964320"/>
            <a:ext cx="5707600" cy="55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</a:rPr>
              <a:t>Generate → Reason → Act</a:t>
            </a:r>
          </a:p>
        </p:txBody>
      </p:sp>
      <p:grpSp>
        <p:nvGrpSpPr>
          <p:cNvPr id="1077" name="Google Shape;1077;p32"/>
          <p:cNvGrpSpPr/>
          <p:nvPr/>
        </p:nvGrpSpPr>
        <p:grpSpPr>
          <a:xfrm>
            <a:off x="7691109" y="2681297"/>
            <a:ext cx="3976004" cy="3767703"/>
            <a:chOff x="405994" y="1318049"/>
            <a:chExt cx="3395199" cy="3217326"/>
          </a:xfrm>
        </p:grpSpPr>
        <p:pic>
          <p:nvPicPr>
            <p:cNvPr id="1078" name="Google Shape;1078;p32"/>
            <p:cNvPicPr preferRelativeResize="0"/>
            <p:nvPr/>
          </p:nvPicPr>
          <p:blipFill rotWithShape="1">
            <a:blip r:embed="rId3">
              <a:alphaModFix/>
            </a:blip>
            <a:srcRect t="14449"/>
            <a:stretch/>
          </p:blipFill>
          <p:spPr>
            <a:xfrm>
              <a:off x="405994" y="1318049"/>
              <a:ext cx="3395199" cy="3217326"/>
            </a:xfrm>
            <a:prstGeom prst="rect">
              <a:avLst/>
            </a:prstGeom>
            <a:noFill/>
            <a:ln>
              <a:noFill/>
            </a:ln>
            <a:effectLst>
              <a:outerShdw blurRad="271463" dist="114300" dir="21540000" algn="bl" rotWithShape="0">
                <a:schemeClr val="lt1">
                  <a:alpha val="90000"/>
                </a:schemeClr>
              </a:outerShdw>
            </a:effectLst>
          </p:spPr>
        </p:pic>
        <p:grpSp>
          <p:nvGrpSpPr>
            <p:cNvPr id="1079" name="Google Shape;1079;p32"/>
            <p:cNvGrpSpPr/>
            <p:nvPr/>
          </p:nvGrpSpPr>
          <p:grpSpPr>
            <a:xfrm>
              <a:off x="1873458" y="3693401"/>
              <a:ext cx="848565" cy="408774"/>
              <a:chOff x="1873458" y="3693401"/>
              <a:chExt cx="848565" cy="408774"/>
            </a:xfrm>
          </p:grpSpPr>
          <p:pic>
            <p:nvPicPr>
              <p:cNvPr id="1080" name="Google Shape;1080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552699" y="3795698"/>
                <a:ext cx="169324" cy="1561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1" name="Google Shape;1081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165250" y="3777174"/>
                <a:ext cx="120750" cy="1113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2" name="Google Shape;1082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306998" y="3952399"/>
                <a:ext cx="162452" cy="14977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3" name="Google Shape;1083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1873458" y="3693401"/>
                <a:ext cx="164726" cy="1518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</p:grpSp>
      </p:grpSp>
      <p:sp>
        <p:nvSpPr>
          <p:cNvPr id="1084" name="Google Shape;1084;p32"/>
          <p:cNvSpPr/>
          <p:nvPr/>
        </p:nvSpPr>
        <p:spPr>
          <a:xfrm>
            <a:off x="8668512" y="797619"/>
            <a:ext cx="2572455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 dirty="0">
                <a:solidFill>
                  <a:schemeClr val="accent1"/>
                </a:solidFill>
                <a:latin typeface="Secular One"/>
                <a:ea typeface="Secular One"/>
                <a:cs typeface="Secular One"/>
                <a:sym typeface="Secular One"/>
              </a:rPr>
              <a:t>Group - DevAstra</a:t>
            </a:r>
            <a:endParaRPr sz="1867" dirty="0">
              <a:solidFill>
                <a:schemeClr val="accent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085" name="Google Shape;108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2600" y="1672400"/>
            <a:ext cx="1410464" cy="128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32"/>
          <p:cNvPicPr preferRelativeResize="0"/>
          <p:nvPr/>
        </p:nvPicPr>
        <p:blipFill rotWithShape="1">
          <a:blip r:embed="rId6">
            <a:alphaModFix/>
          </a:blip>
          <a:srcRect l="28959" t="12546" r="12546" b="12546"/>
          <a:stretch/>
        </p:blipFill>
        <p:spPr>
          <a:xfrm rot="10800000">
            <a:off x="6727036" y="4439333"/>
            <a:ext cx="1139931" cy="9358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32"/>
          <p:cNvGrpSpPr/>
          <p:nvPr/>
        </p:nvGrpSpPr>
        <p:grpSpPr>
          <a:xfrm>
            <a:off x="10743714" y="1669636"/>
            <a:ext cx="994637" cy="688491"/>
            <a:chOff x="923424" y="1580182"/>
            <a:chExt cx="1171264" cy="810752"/>
          </a:xfrm>
        </p:grpSpPr>
        <p:sp>
          <p:nvSpPr>
            <p:cNvPr id="1088" name="Google Shape;1088;p32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092" name="Google Shape;1092;p32"/>
          <p:cNvSpPr/>
          <p:nvPr/>
        </p:nvSpPr>
        <p:spPr>
          <a:xfrm rot="1771310">
            <a:off x="337834" y="3009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34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276D1F04-3E84-820C-C646-363540C0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34">
            <a:extLst>
              <a:ext uri="{FF2B5EF4-FFF2-40B4-BE49-F238E27FC236}">
                <a16:creationId xmlns:a16="http://schemas.microsoft.com/office/drawing/2014/main" id="{91EB309B-8789-0715-A236-D4535997C1CE}"/>
              </a:ext>
            </a:extLst>
          </p:cNvPr>
          <p:cNvGrpSpPr/>
          <p:nvPr/>
        </p:nvGrpSpPr>
        <p:grpSpPr>
          <a:xfrm>
            <a:off x="1019724" y="4423923"/>
            <a:ext cx="799600" cy="799600"/>
            <a:chOff x="7030339" y="1393551"/>
            <a:chExt cx="599700" cy="599700"/>
          </a:xfrm>
        </p:grpSpPr>
        <p:sp>
          <p:nvSpPr>
            <p:cNvPr id="1135" name="Google Shape;1135;p34">
              <a:extLst>
                <a:ext uri="{FF2B5EF4-FFF2-40B4-BE49-F238E27FC236}">
                  <a16:creationId xmlns:a16="http://schemas.microsoft.com/office/drawing/2014/main" id="{7E5AC306-5C18-B241-1195-0DD618A84591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36" name="Google Shape;1136;p34">
              <a:extLst>
                <a:ext uri="{FF2B5EF4-FFF2-40B4-BE49-F238E27FC236}">
                  <a16:creationId xmlns:a16="http://schemas.microsoft.com/office/drawing/2014/main" id="{E1871486-E2C8-22EC-5A77-6CD7532F74EA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137" name="Google Shape;1137;p34">
            <a:extLst>
              <a:ext uri="{FF2B5EF4-FFF2-40B4-BE49-F238E27FC236}">
                <a16:creationId xmlns:a16="http://schemas.microsoft.com/office/drawing/2014/main" id="{34E924EB-5794-3E6B-87FB-E66ECB1875D4}"/>
              </a:ext>
            </a:extLst>
          </p:cNvPr>
          <p:cNvGrpSpPr/>
          <p:nvPr/>
        </p:nvGrpSpPr>
        <p:grpSpPr>
          <a:xfrm>
            <a:off x="5821680" y="2816796"/>
            <a:ext cx="799600" cy="799600"/>
            <a:chOff x="7030339" y="1393551"/>
            <a:chExt cx="599700" cy="599700"/>
          </a:xfrm>
        </p:grpSpPr>
        <p:sp>
          <p:nvSpPr>
            <p:cNvPr id="1138" name="Google Shape;1138;p34">
              <a:extLst>
                <a:ext uri="{FF2B5EF4-FFF2-40B4-BE49-F238E27FC236}">
                  <a16:creationId xmlns:a16="http://schemas.microsoft.com/office/drawing/2014/main" id="{CDCC014C-9D86-219A-BEBC-E778C71A3273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39" name="Google Shape;1139;p34">
              <a:extLst>
                <a:ext uri="{FF2B5EF4-FFF2-40B4-BE49-F238E27FC236}">
                  <a16:creationId xmlns:a16="http://schemas.microsoft.com/office/drawing/2014/main" id="{3DC47C9C-253D-2BDC-C493-968D06F424BB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140" name="Google Shape;1140;p34">
            <a:extLst>
              <a:ext uri="{FF2B5EF4-FFF2-40B4-BE49-F238E27FC236}">
                <a16:creationId xmlns:a16="http://schemas.microsoft.com/office/drawing/2014/main" id="{A99E26C3-7618-1AB1-26E5-45A8DC599FFF}"/>
              </a:ext>
            </a:extLst>
          </p:cNvPr>
          <p:cNvGrpSpPr/>
          <p:nvPr/>
        </p:nvGrpSpPr>
        <p:grpSpPr>
          <a:xfrm>
            <a:off x="1049935" y="2715403"/>
            <a:ext cx="799600" cy="799600"/>
            <a:chOff x="7030339" y="1393551"/>
            <a:chExt cx="599700" cy="599700"/>
          </a:xfrm>
        </p:grpSpPr>
        <p:sp>
          <p:nvSpPr>
            <p:cNvPr id="1141" name="Google Shape;1141;p34">
              <a:extLst>
                <a:ext uri="{FF2B5EF4-FFF2-40B4-BE49-F238E27FC236}">
                  <a16:creationId xmlns:a16="http://schemas.microsoft.com/office/drawing/2014/main" id="{BE702712-9424-491F-64CC-CA128ECEF980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42" name="Google Shape;1142;p34">
              <a:extLst>
                <a:ext uri="{FF2B5EF4-FFF2-40B4-BE49-F238E27FC236}">
                  <a16:creationId xmlns:a16="http://schemas.microsoft.com/office/drawing/2014/main" id="{79C5D5F5-D05A-06D6-5EB3-11807251F9E0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143" name="Google Shape;1143;p34">
            <a:extLst>
              <a:ext uri="{FF2B5EF4-FFF2-40B4-BE49-F238E27FC236}">
                <a16:creationId xmlns:a16="http://schemas.microsoft.com/office/drawing/2014/main" id="{3727D6A0-3E49-769A-ABA0-73C919A95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sz="4800" dirty="0"/>
              <a:t>What is Generative AI?</a:t>
            </a:r>
            <a:br>
              <a:rPr lang="en-IN" sz="1200" dirty="0"/>
            </a:br>
            <a:r>
              <a:rPr lang="en-IN" sz="1200" dirty="0">
                <a:solidFill>
                  <a:schemeClr val="bg1"/>
                </a:solidFill>
              </a:rPr>
              <a:t>.</a:t>
            </a:r>
            <a:br>
              <a:rPr lang="en-IN" sz="4800" dirty="0"/>
            </a:br>
            <a:r>
              <a:rPr lang="en-US" sz="2000" dirty="0">
                <a:latin typeface="Barlow" panose="00000500000000000000" pitchFamily="2" charset="0"/>
              </a:rPr>
              <a:t>Generative AI creates new content by using patterns learned from large datasets and responding to user prompts.</a:t>
            </a:r>
            <a:endParaRPr lang="en-IN" sz="4800" dirty="0">
              <a:latin typeface="Barlow" panose="00000500000000000000" pitchFamily="2" charset="0"/>
            </a:endParaRPr>
          </a:p>
        </p:txBody>
      </p:sp>
      <p:sp>
        <p:nvSpPr>
          <p:cNvPr id="1145" name="Google Shape;1145;p34">
            <a:extLst>
              <a:ext uri="{FF2B5EF4-FFF2-40B4-BE49-F238E27FC236}">
                <a16:creationId xmlns:a16="http://schemas.microsoft.com/office/drawing/2014/main" id="{94EB0D27-E0B6-E167-77C0-98EF09992B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62920" y="3223409"/>
            <a:ext cx="3496201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IN" sz="1800" dirty="0"/>
              <a:t>Natural language instruction</a:t>
            </a:r>
          </a:p>
        </p:txBody>
      </p:sp>
      <p:sp>
        <p:nvSpPr>
          <p:cNvPr id="1146" name="Google Shape;1146;p34">
            <a:extLst>
              <a:ext uri="{FF2B5EF4-FFF2-40B4-BE49-F238E27FC236}">
                <a16:creationId xmlns:a16="http://schemas.microsoft.com/office/drawing/2014/main" id="{3E8AC534-CE01-9737-2C1B-3BBF502CD93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932949" y="3324802"/>
            <a:ext cx="2901600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IN" sz="1800" dirty="0"/>
              <a:t>Learned multi-modal weights</a:t>
            </a:r>
          </a:p>
          <a:p>
            <a:pPr marL="0" indent="0"/>
            <a:endParaRPr sz="1800" dirty="0"/>
          </a:p>
        </p:txBody>
      </p:sp>
      <p:sp>
        <p:nvSpPr>
          <p:cNvPr id="1144" name="Google Shape;1144;p34">
            <a:extLst>
              <a:ext uri="{FF2B5EF4-FFF2-40B4-BE49-F238E27FC236}">
                <a16:creationId xmlns:a16="http://schemas.microsoft.com/office/drawing/2014/main" id="{7548625B-AA65-76BB-E17C-9DBF99F7EC5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019049" y="4914631"/>
            <a:ext cx="2901600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IN" sz="1800" dirty="0"/>
              <a:t>Text, code, audio, or video</a:t>
            </a:r>
          </a:p>
        </p:txBody>
      </p:sp>
      <p:sp>
        <p:nvSpPr>
          <p:cNvPr id="1148" name="Google Shape;1148;p34">
            <a:extLst>
              <a:ext uri="{FF2B5EF4-FFF2-40B4-BE49-F238E27FC236}">
                <a16:creationId xmlns:a16="http://schemas.microsoft.com/office/drawing/2014/main" id="{EBEB6B08-BA11-D480-1185-D5711014793A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074919" y="2816803"/>
            <a:ext cx="7496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  <p:sp>
        <p:nvSpPr>
          <p:cNvPr id="1149" name="Google Shape;1149;p34">
            <a:extLst>
              <a:ext uri="{FF2B5EF4-FFF2-40B4-BE49-F238E27FC236}">
                <a16:creationId xmlns:a16="http://schemas.microsoft.com/office/drawing/2014/main" id="{41AD2DC4-0788-56B1-5BB9-A7F54C6D50E0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1058977" y="4525323"/>
            <a:ext cx="7436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1151" name="Google Shape;1151;p34">
            <a:extLst>
              <a:ext uri="{FF2B5EF4-FFF2-40B4-BE49-F238E27FC236}">
                <a16:creationId xmlns:a16="http://schemas.microsoft.com/office/drawing/2014/main" id="{69FF6029-8BC1-C902-2784-4798798D0F69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49672" y="2918196"/>
            <a:ext cx="7436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sp>
        <p:nvSpPr>
          <p:cNvPr id="1203" name="Google Shape;1203;p34">
            <a:extLst>
              <a:ext uri="{FF2B5EF4-FFF2-40B4-BE49-F238E27FC236}">
                <a16:creationId xmlns:a16="http://schemas.microsoft.com/office/drawing/2014/main" id="{DF104F8F-572E-96BC-FF79-5713EFD08FD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2162933" y="2816796"/>
            <a:ext cx="3658747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800" dirty="0"/>
              <a:t>Prompt</a:t>
            </a:r>
            <a:endParaRPr sz="2800" dirty="0"/>
          </a:p>
        </p:txBody>
      </p:sp>
      <p:sp>
        <p:nvSpPr>
          <p:cNvPr id="1204" name="Google Shape;1204;p34">
            <a:extLst>
              <a:ext uri="{FF2B5EF4-FFF2-40B4-BE49-F238E27FC236}">
                <a16:creationId xmlns:a16="http://schemas.microsoft.com/office/drawing/2014/main" id="{A4643F71-BC02-3AA0-1630-4E894E276CFC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932953" y="2918189"/>
            <a:ext cx="4142128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800" dirty="0"/>
              <a:t>Foundation Model</a:t>
            </a:r>
          </a:p>
        </p:txBody>
      </p:sp>
      <p:sp>
        <p:nvSpPr>
          <p:cNvPr id="1205" name="Google Shape;1205;p34">
            <a:extLst>
              <a:ext uri="{FF2B5EF4-FFF2-40B4-BE49-F238E27FC236}">
                <a16:creationId xmlns:a16="http://schemas.microsoft.com/office/drawing/2014/main" id="{5C3B32BC-6659-AA10-D23B-4321B7B0BC6F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2019049" y="4525323"/>
            <a:ext cx="3938775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800" dirty="0"/>
              <a:t>Generated Output</a:t>
            </a:r>
          </a:p>
        </p:txBody>
      </p:sp>
      <p:pic>
        <p:nvPicPr>
          <p:cNvPr id="1152" name="Google Shape;1152;p34">
            <a:extLst>
              <a:ext uri="{FF2B5EF4-FFF2-40B4-BE49-F238E27FC236}">
                <a16:creationId xmlns:a16="http://schemas.microsoft.com/office/drawing/2014/main" id="{470E2631-2454-D045-0E20-4B9B0966D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10668933" y="2646836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34">
            <a:extLst>
              <a:ext uri="{FF2B5EF4-FFF2-40B4-BE49-F238E27FC236}">
                <a16:creationId xmlns:a16="http://schemas.microsoft.com/office/drawing/2014/main" id="{3CFCBC8B-0DBE-E674-642E-96E65657319B}"/>
              </a:ext>
            </a:extLst>
          </p:cNvPr>
          <p:cNvGrpSpPr/>
          <p:nvPr/>
        </p:nvGrpSpPr>
        <p:grpSpPr>
          <a:xfrm>
            <a:off x="950975" y="5564167"/>
            <a:ext cx="1615483" cy="584068"/>
            <a:chOff x="175552" y="1101686"/>
            <a:chExt cx="520944" cy="188336"/>
          </a:xfrm>
        </p:grpSpPr>
        <p:sp>
          <p:nvSpPr>
            <p:cNvPr id="1179" name="Google Shape;1179;p34">
              <a:extLst>
                <a:ext uri="{FF2B5EF4-FFF2-40B4-BE49-F238E27FC236}">
                  <a16:creationId xmlns:a16="http://schemas.microsoft.com/office/drawing/2014/main" id="{BC8730C4-62DE-3568-76EC-2D359D301CD1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0" name="Google Shape;1180;p34">
              <a:extLst>
                <a:ext uri="{FF2B5EF4-FFF2-40B4-BE49-F238E27FC236}">
                  <a16:creationId xmlns:a16="http://schemas.microsoft.com/office/drawing/2014/main" id="{72B4554A-EEBE-2D40-8872-8D6A116B9EB2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1" name="Google Shape;1181;p34">
              <a:extLst>
                <a:ext uri="{FF2B5EF4-FFF2-40B4-BE49-F238E27FC236}">
                  <a16:creationId xmlns:a16="http://schemas.microsoft.com/office/drawing/2014/main" id="{5D642485-117F-AE76-2FF8-177A8E43FDEF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2" name="Google Shape;1182;p34">
              <a:extLst>
                <a:ext uri="{FF2B5EF4-FFF2-40B4-BE49-F238E27FC236}">
                  <a16:creationId xmlns:a16="http://schemas.microsoft.com/office/drawing/2014/main" id="{5DE849B8-3F95-0C33-92D2-EFC52A29DEFE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3" name="Google Shape;1183;p34">
              <a:extLst>
                <a:ext uri="{FF2B5EF4-FFF2-40B4-BE49-F238E27FC236}">
                  <a16:creationId xmlns:a16="http://schemas.microsoft.com/office/drawing/2014/main" id="{27F68901-AC7B-A6BD-BCE9-32E02D211261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4" name="Google Shape;1184;p34">
              <a:extLst>
                <a:ext uri="{FF2B5EF4-FFF2-40B4-BE49-F238E27FC236}">
                  <a16:creationId xmlns:a16="http://schemas.microsoft.com/office/drawing/2014/main" id="{34A50ED2-0BE3-7990-FD3E-E1E4A045BE32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5" name="Google Shape;1185;p34">
              <a:extLst>
                <a:ext uri="{FF2B5EF4-FFF2-40B4-BE49-F238E27FC236}">
                  <a16:creationId xmlns:a16="http://schemas.microsoft.com/office/drawing/2014/main" id="{2EB85C9B-951E-554E-CA0B-85B2853CA416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6" name="Google Shape;1186;p34">
              <a:extLst>
                <a:ext uri="{FF2B5EF4-FFF2-40B4-BE49-F238E27FC236}">
                  <a16:creationId xmlns:a16="http://schemas.microsoft.com/office/drawing/2014/main" id="{68E6155C-4501-8C9B-5E62-71E6EFC64015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7" name="Google Shape;1187;p34">
              <a:extLst>
                <a:ext uri="{FF2B5EF4-FFF2-40B4-BE49-F238E27FC236}">
                  <a16:creationId xmlns:a16="http://schemas.microsoft.com/office/drawing/2014/main" id="{EA3AAEFC-34AD-3AD4-B1CC-36B7AEADB149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8" name="Google Shape;1188;p34">
              <a:extLst>
                <a:ext uri="{FF2B5EF4-FFF2-40B4-BE49-F238E27FC236}">
                  <a16:creationId xmlns:a16="http://schemas.microsoft.com/office/drawing/2014/main" id="{A12F085D-A31B-966D-9376-67AA83D0DBAB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9" name="Google Shape;1189;p34">
              <a:extLst>
                <a:ext uri="{FF2B5EF4-FFF2-40B4-BE49-F238E27FC236}">
                  <a16:creationId xmlns:a16="http://schemas.microsoft.com/office/drawing/2014/main" id="{F64D8B3C-F4E4-99E0-EED4-077A00846D73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0" name="Google Shape;1190;p34">
              <a:extLst>
                <a:ext uri="{FF2B5EF4-FFF2-40B4-BE49-F238E27FC236}">
                  <a16:creationId xmlns:a16="http://schemas.microsoft.com/office/drawing/2014/main" id="{300762A2-5951-14F8-5F69-34749AFFFBF5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1" name="Google Shape;1191;p34">
              <a:extLst>
                <a:ext uri="{FF2B5EF4-FFF2-40B4-BE49-F238E27FC236}">
                  <a16:creationId xmlns:a16="http://schemas.microsoft.com/office/drawing/2014/main" id="{A8E9555C-8885-3068-02FB-DABDBFA21DF6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2" name="Google Shape;1192;p34">
              <a:extLst>
                <a:ext uri="{FF2B5EF4-FFF2-40B4-BE49-F238E27FC236}">
                  <a16:creationId xmlns:a16="http://schemas.microsoft.com/office/drawing/2014/main" id="{AD28B38E-0B66-10D6-D6DE-F349C26C7B22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3" name="Google Shape;1193;p34">
              <a:extLst>
                <a:ext uri="{FF2B5EF4-FFF2-40B4-BE49-F238E27FC236}">
                  <a16:creationId xmlns:a16="http://schemas.microsoft.com/office/drawing/2014/main" id="{CB30F530-F55F-E255-3F61-06D535676E6D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4" name="Google Shape;1194;p34">
              <a:extLst>
                <a:ext uri="{FF2B5EF4-FFF2-40B4-BE49-F238E27FC236}">
                  <a16:creationId xmlns:a16="http://schemas.microsoft.com/office/drawing/2014/main" id="{808C28BD-2855-65BB-1DDC-4C48A4D28AFC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5" name="Google Shape;1195;p34">
              <a:extLst>
                <a:ext uri="{FF2B5EF4-FFF2-40B4-BE49-F238E27FC236}">
                  <a16:creationId xmlns:a16="http://schemas.microsoft.com/office/drawing/2014/main" id="{672561BB-5FB2-C20F-AACE-CA11A8C376ED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6" name="Google Shape;1196;p34">
              <a:extLst>
                <a:ext uri="{FF2B5EF4-FFF2-40B4-BE49-F238E27FC236}">
                  <a16:creationId xmlns:a16="http://schemas.microsoft.com/office/drawing/2014/main" id="{93CD9488-1001-42D1-75A8-854287540728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7" name="Google Shape;1197;p34">
              <a:extLst>
                <a:ext uri="{FF2B5EF4-FFF2-40B4-BE49-F238E27FC236}">
                  <a16:creationId xmlns:a16="http://schemas.microsoft.com/office/drawing/2014/main" id="{C33A1B44-0EFA-411A-27BF-39371D14A7EE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8" name="Google Shape;1198;p34">
              <a:extLst>
                <a:ext uri="{FF2B5EF4-FFF2-40B4-BE49-F238E27FC236}">
                  <a16:creationId xmlns:a16="http://schemas.microsoft.com/office/drawing/2014/main" id="{262AB0E2-2792-4B79-83B0-1D84BBC9674D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9" name="Google Shape;1199;p34">
              <a:extLst>
                <a:ext uri="{FF2B5EF4-FFF2-40B4-BE49-F238E27FC236}">
                  <a16:creationId xmlns:a16="http://schemas.microsoft.com/office/drawing/2014/main" id="{612EFF7C-FEF5-1391-2C42-2ABD9C56BC7C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0" name="Google Shape;1200;p34">
              <a:extLst>
                <a:ext uri="{FF2B5EF4-FFF2-40B4-BE49-F238E27FC236}">
                  <a16:creationId xmlns:a16="http://schemas.microsoft.com/office/drawing/2014/main" id="{A5A13D3D-2786-FFC5-0BCA-3725A550A3D9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1" name="Google Shape;1201;p34">
              <a:extLst>
                <a:ext uri="{FF2B5EF4-FFF2-40B4-BE49-F238E27FC236}">
                  <a16:creationId xmlns:a16="http://schemas.microsoft.com/office/drawing/2014/main" id="{A0081444-97D5-CEA6-92F2-6EA8B5AD8ECF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2" name="Google Shape;1202;p34">
              <a:extLst>
                <a:ext uri="{FF2B5EF4-FFF2-40B4-BE49-F238E27FC236}">
                  <a16:creationId xmlns:a16="http://schemas.microsoft.com/office/drawing/2014/main" id="{197569B1-CF14-A1AC-9C9B-0DEAA597FA43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207" name="Google Shape;1207;p34">
            <a:extLst>
              <a:ext uri="{FF2B5EF4-FFF2-40B4-BE49-F238E27FC236}">
                <a16:creationId xmlns:a16="http://schemas.microsoft.com/office/drawing/2014/main" id="{B5B321B5-E2B8-FD6B-A05A-C033CE7CD758}"/>
              </a:ext>
            </a:extLst>
          </p:cNvPr>
          <p:cNvGrpSpPr/>
          <p:nvPr/>
        </p:nvGrpSpPr>
        <p:grpSpPr>
          <a:xfrm>
            <a:off x="7804580" y="322536"/>
            <a:ext cx="994637" cy="688491"/>
            <a:chOff x="923424" y="1580182"/>
            <a:chExt cx="1171264" cy="810752"/>
          </a:xfrm>
        </p:grpSpPr>
        <p:sp>
          <p:nvSpPr>
            <p:cNvPr id="1208" name="Google Shape;1208;p34">
              <a:extLst>
                <a:ext uri="{FF2B5EF4-FFF2-40B4-BE49-F238E27FC236}">
                  <a16:creationId xmlns:a16="http://schemas.microsoft.com/office/drawing/2014/main" id="{9DDAD7AE-4B25-5D11-792F-B3417019F965}"/>
                </a:ext>
              </a:extLst>
            </p:cNvPr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9" name="Google Shape;1209;p34">
              <a:extLst>
                <a:ext uri="{FF2B5EF4-FFF2-40B4-BE49-F238E27FC236}">
                  <a16:creationId xmlns:a16="http://schemas.microsoft.com/office/drawing/2014/main" id="{4616C7DF-743F-B2EB-8E14-95F5786D09A2}"/>
                </a:ext>
              </a:extLst>
            </p:cNvPr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0" name="Google Shape;1210;p34">
              <a:extLst>
                <a:ext uri="{FF2B5EF4-FFF2-40B4-BE49-F238E27FC236}">
                  <a16:creationId xmlns:a16="http://schemas.microsoft.com/office/drawing/2014/main" id="{77B22066-E086-4E1E-32C0-C2D33A4E3E9D}"/>
                </a:ext>
              </a:extLst>
            </p:cNvPr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1" name="Google Shape;1211;p34">
              <a:extLst>
                <a:ext uri="{FF2B5EF4-FFF2-40B4-BE49-F238E27FC236}">
                  <a16:creationId xmlns:a16="http://schemas.microsoft.com/office/drawing/2014/main" id="{870F06D2-655C-11EB-C875-BB69C62D1C89}"/>
                </a:ext>
              </a:extLst>
            </p:cNvPr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CD6BC3-9759-5427-DD6E-4E7B790C285B}"/>
              </a:ext>
            </a:extLst>
          </p:cNvPr>
          <p:cNvSpPr/>
          <p:nvPr/>
        </p:nvSpPr>
        <p:spPr>
          <a:xfrm>
            <a:off x="5866384" y="4489703"/>
            <a:ext cx="3259328" cy="89563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C5CC2E-1F2C-E106-FB45-0ED28D766ECE}"/>
              </a:ext>
            </a:extLst>
          </p:cNvPr>
          <p:cNvGrpSpPr/>
          <p:nvPr/>
        </p:nvGrpSpPr>
        <p:grpSpPr>
          <a:xfrm>
            <a:off x="6061859" y="4669433"/>
            <a:ext cx="3086023" cy="564455"/>
            <a:chOff x="6061859" y="4669433"/>
            <a:chExt cx="3086023" cy="564455"/>
          </a:xfrm>
        </p:grpSpPr>
        <p:sp>
          <p:nvSpPr>
            <p:cNvPr id="15" name="Text 20">
              <a:extLst>
                <a:ext uri="{FF2B5EF4-FFF2-40B4-BE49-F238E27FC236}">
                  <a16:creationId xmlns:a16="http://schemas.microsoft.com/office/drawing/2014/main" id="{895C537D-0EF9-F871-EE44-B360002378C7}"/>
                </a:ext>
              </a:extLst>
            </p:cNvPr>
            <p:cNvSpPr/>
            <p:nvPr/>
          </p:nvSpPr>
          <p:spPr>
            <a:xfrm>
              <a:off x="6061859" y="4669433"/>
              <a:ext cx="3086023" cy="182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kern="100" spc="96" dirty="0">
                  <a:latin typeface="Heebo Medium" pitchFamily="34" charset="0"/>
                  <a:ea typeface="Heebo Medium" pitchFamily="34" charset="-122"/>
                  <a:cs typeface="Heebo Medium" pitchFamily="34" charset="-120"/>
                </a:rPr>
                <a:t>PRODUCTION EXAMPLES</a:t>
              </a:r>
              <a:endParaRPr lang="en-US" sz="1200" dirty="0"/>
            </a:p>
          </p:txBody>
        </p:sp>
        <p:sp>
          <p:nvSpPr>
            <p:cNvPr id="17" name="Text 21">
              <a:extLst>
                <a:ext uri="{FF2B5EF4-FFF2-40B4-BE49-F238E27FC236}">
                  <a16:creationId xmlns:a16="http://schemas.microsoft.com/office/drawing/2014/main" id="{AD66E3B1-3708-64F2-F5A5-B8F371C32016}"/>
                </a:ext>
              </a:extLst>
            </p:cNvPr>
            <p:cNvSpPr/>
            <p:nvPr/>
          </p:nvSpPr>
          <p:spPr>
            <a:xfrm>
              <a:off x="6061859" y="4976118"/>
              <a:ext cx="3086023" cy="257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50" dirty="0">
                  <a:solidFill>
                    <a:schemeClr val="tx1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ChatGPT · Gemini · Claude · Copilot</a:t>
              </a:r>
              <a:endParaRPr lang="en-US" sz="145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34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2FB13EEB-4A31-3EBB-F6E1-9C316869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0" name="Google Shape;1140;p34">
            <a:extLst>
              <a:ext uri="{FF2B5EF4-FFF2-40B4-BE49-F238E27FC236}">
                <a16:creationId xmlns:a16="http://schemas.microsoft.com/office/drawing/2014/main" id="{ED0C2E61-F8AB-C9A7-4B04-55280FDE2547}"/>
              </a:ext>
            </a:extLst>
          </p:cNvPr>
          <p:cNvGrpSpPr/>
          <p:nvPr/>
        </p:nvGrpSpPr>
        <p:grpSpPr>
          <a:xfrm>
            <a:off x="1351687" y="2998867"/>
            <a:ext cx="528229" cy="528229"/>
            <a:chOff x="7030339" y="1393551"/>
            <a:chExt cx="599700" cy="599700"/>
          </a:xfrm>
        </p:grpSpPr>
        <p:sp>
          <p:nvSpPr>
            <p:cNvPr id="1141" name="Google Shape;1141;p34">
              <a:extLst>
                <a:ext uri="{FF2B5EF4-FFF2-40B4-BE49-F238E27FC236}">
                  <a16:creationId xmlns:a16="http://schemas.microsoft.com/office/drawing/2014/main" id="{AB81DA16-0210-6207-BDC7-8191025FA658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42" name="Google Shape;1142;p34">
              <a:extLst>
                <a:ext uri="{FF2B5EF4-FFF2-40B4-BE49-F238E27FC236}">
                  <a16:creationId xmlns:a16="http://schemas.microsoft.com/office/drawing/2014/main" id="{78B2AC2D-DBF7-2546-D3AD-AEAB90C87137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1143" name="Google Shape;1143;p34">
            <a:extLst>
              <a:ext uri="{FF2B5EF4-FFF2-40B4-BE49-F238E27FC236}">
                <a16:creationId xmlns:a16="http://schemas.microsoft.com/office/drawing/2014/main" id="{922AF462-5A00-A945-0C53-17BA01B565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sz="4800" dirty="0"/>
              <a:t>How Generative AI Works</a:t>
            </a:r>
            <a:br>
              <a:rPr lang="en-IN" sz="4800" dirty="0"/>
            </a:br>
            <a:r>
              <a:rPr lang="en-IN" sz="1200" dirty="0">
                <a:solidFill>
                  <a:schemeClr val="bg1"/>
                </a:solidFill>
              </a:rPr>
              <a:t>.</a:t>
            </a:r>
            <a:br>
              <a:rPr lang="en-IN" sz="4800" dirty="0"/>
            </a:br>
            <a:r>
              <a:rPr lang="en-US" sz="2000" dirty="0">
                <a:latin typeface="Barlow" panose="00000500000000000000" pitchFamily="2" charset="0"/>
              </a:rPr>
              <a:t>From raw human prompts to probabilistic next-token generation and domain grounding.</a:t>
            </a:r>
            <a:endParaRPr lang="en-IN" sz="4800" dirty="0">
              <a:latin typeface="Barlow" panose="00000500000000000000" pitchFamily="2" charset="0"/>
            </a:endParaRPr>
          </a:p>
        </p:txBody>
      </p:sp>
      <p:sp>
        <p:nvSpPr>
          <p:cNvPr id="1145" name="Google Shape;1145;p34">
            <a:extLst>
              <a:ext uri="{FF2B5EF4-FFF2-40B4-BE49-F238E27FC236}">
                <a16:creationId xmlns:a16="http://schemas.microsoft.com/office/drawing/2014/main" id="{0A70F563-9988-8200-68AA-CBC461B4AB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43182" y="3470297"/>
            <a:ext cx="1908579" cy="4947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-IN" sz="1400" dirty="0"/>
              <a:t>Issues objective</a:t>
            </a:r>
          </a:p>
        </p:txBody>
      </p:sp>
      <p:sp>
        <p:nvSpPr>
          <p:cNvPr id="1148" name="Google Shape;1148;p34">
            <a:extLst>
              <a:ext uri="{FF2B5EF4-FFF2-40B4-BE49-F238E27FC236}">
                <a16:creationId xmlns:a16="http://schemas.microsoft.com/office/drawing/2014/main" id="{751AC386-BF73-86E2-7601-8D559BDD5E15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376671" y="3100268"/>
            <a:ext cx="495199" cy="39425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800" dirty="0"/>
              <a:t>01</a:t>
            </a:r>
            <a:endParaRPr sz="1800" dirty="0"/>
          </a:p>
        </p:txBody>
      </p:sp>
      <p:sp>
        <p:nvSpPr>
          <p:cNvPr id="1203" name="Google Shape;1203;p34">
            <a:extLst>
              <a:ext uri="{FF2B5EF4-FFF2-40B4-BE49-F238E27FC236}">
                <a16:creationId xmlns:a16="http://schemas.microsoft.com/office/drawing/2014/main" id="{BDD40B63-D4B8-5E3E-2B93-808BF67051E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40081" y="2469324"/>
            <a:ext cx="2011680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ctr"/>
            <a:r>
              <a:rPr lang="en-IN" sz="2000" dirty="0"/>
              <a:t>User</a:t>
            </a:r>
          </a:p>
        </p:txBody>
      </p:sp>
      <p:pic>
        <p:nvPicPr>
          <p:cNvPr id="1152" name="Google Shape;1152;p34">
            <a:extLst>
              <a:ext uri="{FF2B5EF4-FFF2-40B4-BE49-F238E27FC236}">
                <a16:creationId xmlns:a16="http://schemas.microsoft.com/office/drawing/2014/main" id="{50FEDC76-800C-D7DD-DD9E-B6BCA4C4C0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10668933" y="2646836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34">
            <a:extLst>
              <a:ext uri="{FF2B5EF4-FFF2-40B4-BE49-F238E27FC236}">
                <a16:creationId xmlns:a16="http://schemas.microsoft.com/office/drawing/2014/main" id="{DB156A8E-1591-07C0-E2D3-B81792C62059}"/>
              </a:ext>
            </a:extLst>
          </p:cNvPr>
          <p:cNvGrpSpPr/>
          <p:nvPr/>
        </p:nvGrpSpPr>
        <p:grpSpPr>
          <a:xfrm>
            <a:off x="950975" y="5564167"/>
            <a:ext cx="1615483" cy="584068"/>
            <a:chOff x="175552" y="1101686"/>
            <a:chExt cx="520944" cy="188336"/>
          </a:xfrm>
        </p:grpSpPr>
        <p:sp>
          <p:nvSpPr>
            <p:cNvPr id="1179" name="Google Shape;1179;p34">
              <a:extLst>
                <a:ext uri="{FF2B5EF4-FFF2-40B4-BE49-F238E27FC236}">
                  <a16:creationId xmlns:a16="http://schemas.microsoft.com/office/drawing/2014/main" id="{E55AEBC3-A4C7-B09B-5E2A-38B58A5E64D1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0" name="Google Shape;1180;p34">
              <a:extLst>
                <a:ext uri="{FF2B5EF4-FFF2-40B4-BE49-F238E27FC236}">
                  <a16:creationId xmlns:a16="http://schemas.microsoft.com/office/drawing/2014/main" id="{B2E8728C-148D-7E77-DE73-DA242FEB5361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1" name="Google Shape;1181;p34">
              <a:extLst>
                <a:ext uri="{FF2B5EF4-FFF2-40B4-BE49-F238E27FC236}">
                  <a16:creationId xmlns:a16="http://schemas.microsoft.com/office/drawing/2014/main" id="{D5776ED7-E76D-E2B2-1E8D-D383BBA4713C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2" name="Google Shape;1182;p34">
              <a:extLst>
                <a:ext uri="{FF2B5EF4-FFF2-40B4-BE49-F238E27FC236}">
                  <a16:creationId xmlns:a16="http://schemas.microsoft.com/office/drawing/2014/main" id="{C296A563-22A2-468E-3B6D-ACB8065EE1AE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3" name="Google Shape;1183;p34">
              <a:extLst>
                <a:ext uri="{FF2B5EF4-FFF2-40B4-BE49-F238E27FC236}">
                  <a16:creationId xmlns:a16="http://schemas.microsoft.com/office/drawing/2014/main" id="{D6564286-DC27-CDF9-AA68-CB44A4F4C024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4" name="Google Shape;1184;p34">
              <a:extLst>
                <a:ext uri="{FF2B5EF4-FFF2-40B4-BE49-F238E27FC236}">
                  <a16:creationId xmlns:a16="http://schemas.microsoft.com/office/drawing/2014/main" id="{3A71B543-47C6-542F-34A6-5F7AC574C206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5" name="Google Shape;1185;p34">
              <a:extLst>
                <a:ext uri="{FF2B5EF4-FFF2-40B4-BE49-F238E27FC236}">
                  <a16:creationId xmlns:a16="http://schemas.microsoft.com/office/drawing/2014/main" id="{B44851DC-0D65-E42A-2E59-D64B4334E4F9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6" name="Google Shape;1186;p34">
              <a:extLst>
                <a:ext uri="{FF2B5EF4-FFF2-40B4-BE49-F238E27FC236}">
                  <a16:creationId xmlns:a16="http://schemas.microsoft.com/office/drawing/2014/main" id="{1F8E1846-FB35-B6A8-F22B-15E3A837758D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7" name="Google Shape;1187;p34">
              <a:extLst>
                <a:ext uri="{FF2B5EF4-FFF2-40B4-BE49-F238E27FC236}">
                  <a16:creationId xmlns:a16="http://schemas.microsoft.com/office/drawing/2014/main" id="{2D4D265B-BDBC-0F07-8028-E40549850463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8" name="Google Shape;1188;p34">
              <a:extLst>
                <a:ext uri="{FF2B5EF4-FFF2-40B4-BE49-F238E27FC236}">
                  <a16:creationId xmlns:a16="http://schemas.microsoft.com/office/drawing/2014/main" id="{18E5A83D-A3B4-12B8-C5C8-CB04004B36EC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9" name="Google Shape;1189;p34">
              <a:extLst>
                <a:ext uri="{FF2B5EF4-FFF2-40B4-BE49-F238E27FC236}">
                  <a16:creationId xmlns:a16="http://schemas.microsoft.com/office/drawing/2014/main" id="{D7E6A267-BF67-D018-57B8-C918590D6D50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0" name="Google Shape;1190;p34">
              <a:extLst>
                <a:ext uri="{FF2B5EF4-FFF2-40B4-BE49-F238E27FC236}">
                  <a16:creationId xmlns:a16="http://schemas.microsoft.com/office/drawing/2014/main" id="{C69B2BCE-6E61-8312-D773-FA8EF8E739EE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1" name="Google Shape;1191;p34">
              <a:extLst>
                <a:ext uri="{FF2B5EF4-FFF2-40B4-BE49-F238E27FC236}">
                  <a16:creationId xmlns:a16="http://schemas.microsoft.com/office/drawing/2014/main" id="{82DCE03B-A0F8-3D09-0AE4-52D5FCF717E4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2" name="Google Shape;1192;p34">
              <a:extLst>
                <a:ext uri="{FF2B5EF4-FFF2-40B4-BE49-F238E27FC236}">
                  <a16:creationId xmlns:a16="http://schemas.microsoft.com/office/drawing/2014/main" id="{F8586F93-5801-3CD9-A336-43207F5F9F01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3" name="Google Shape;1193;p34">
              <a:extLst>
                <a:ext uri="{FF2B5EF4-FFF2-40B4-BE49-F238E27FC236}">
                  <a16:creationId xmlns:a16="http://schemas.microsoft.com/office/drawing/2014/main" id="{02C3198A-445E-5016-2837-B9FFF0880C55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4" name="Google Shape;1194;p34">
              <a:extLst>
                <a:ext uri="{FF2B5EF4-FFF2-40B4-BE49-F238E27FC236}">
                  <a16:creationId xmlns:a16="http://schemas.microsoft.com/office/drawing/2014/main" id="{5642139B-525F-363E-9866-20DE89FF5DA9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5" name="Google Shape;1195;p34">
              <a:extLst>
                <a:ext uri="{FF2B5EF4-FFF2-40B4-BE49-F238E27FC236}">
                  <a16:creationId xmlns:a16="http://schemas.microsoft.com/office/drawing/2014/main" id="{23CA5B0E-00CB-054B-8B0F-1EEBA510292A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6" name="Google Shape;1196;p34">
              <a:extLst>
                <a:ext uri="{FF2B5EF4-FFF2-40B4-BE49-F238E27FC236}">
                  <a16:creationId xmlns:a16="http://schemas.microsoft.com/office/drawing/2014/main" id="{781D28A9-7BA7-1AF5-99B6-AF480D8293DA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7" name="Google Shape;1197;p34">
              <a:extLst>
                <a:ext uri="{FF2B5EF4-FFF2-40B4-BE49-F238E27FC236}">
                  <a16:creationId xmlns:a16="http://schemas.microsoft.com/office/drawing/2014/main" id="{27C2A204-96E9-29ED-48E7-9E940E7109D4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8" name="Google Shape;1198;p34">
              <a:extLst>
                <a:ext uri="{FF2B5EF4-FFF2-40B4-BE49-F238E27FC236}">
                  <a16:creationId xmlns:a16="http://schemas.microsoft.com/office/drawing/2014/main" id="{D7C5921A-D778-F608-324C-B9D788CB2FD8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9" name="Google Shape;1199;p34">
              <a:extLst>
                <a:ext uri="{FF2B5EF4-FFF2-40B4-BE49-F238E27FC236}">
                  <a16:creationId xmlns:a16="http://schemas.microsoft.com/office/drawing/2014/main" id="{7EA2D230-43A5-79A2-DF72-FE5620CEA35A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0" name="Google Shape;1200;p34">
              <a:extLst>
                <a:ext uri="{FF2B5EF4-FFF2-40B4-BE49-F238E27FC236}">
                  <a16:creationId xmlns:a16="http://schemas.microsoft.com/office/drawing/2014/main" id="{486C318E-F553-209A-20BA-6BE709EE03E3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1" name="Google Shape;1201;p34">
              <a:extLst>
                <a:ext uri="{FF2B5EF4-FFF2-40B4-BE49-F238E27FC236}">
                  <a16:creationId xmlns:a16="http://schemas.microsoft.com/office/drawing/2014/main" id="{7D324CD4-56D7-9009-CAF0-1A6FF0EA34C6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2" name="Google Shape;1202;p34">
              <a:extLst>
                <a:ext uri="{FF2B5EF4-FFF2-40B4-BE49-F238E27FC236}">
                  <a16:creationId xmlns:a16="http://schemas.microsoft.com/office/drawing/2014/main" id="{1217EA75-3F4E-3A67-CF69-B2B7B5C7FFCD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207" name="Google Shape;1207;p34">
            <a:extLst>
              <a:ext uri="{FF2B5EF4-FFF2-40B4-BE49-F238E27FC236}">
                <a16:creationId xmlns:a16="http://schemas.microsoft.com/office/drawing/2014/main" id="{2B0443C3-7886-57B1-4505-351819A558C4}"/>
              </a:ext>
            </a:extLst>
          </p:cNvPr>
          <p:cNvGrpSpPr/>
          <p:nvPr/>
        </p:nvGrpSpPr>
        <p:grpSpPr>
          <a:xfrm>
            <a:off x="7804580" y="322536"/>
            <a:ext cx="994637" cy="688491"/>
            <a:chOff x="923424" y="1580182"/>
            <a:chExt cx="1171264" cy="810752"/>
          </a:xfrm>
        </p:grpSpPr>
        <p:sp>
          <p:nvSpPr>
            <p:cNvPr id="1208" name="Google Shape;1208;p34">
              <a:extLst>
                <a:ext uri="{FF2B5EF4-FFF2-40B4-BE49-F238E27FC236}">
                  <a16:creationId xmlns:a16="http://schemas.microsoft.com/office/drawing/2014/main" id="{35D9ED84-9A6E-E473-8834-3A62BC7BB159}"/>
                </a:ext>
              </a:extLst>
            </p:cNvPr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9" name="Google Shape;1209;p34">
              <a:extLst>
                <a:ext uri="{FF2B5EF4-FFF2-40B4-BE49-F238E27FC236}">
                  <a16:creationId xmlns:a16="http://schemas.microsoft.com/office/drawing/2014/main" id="{35807DE1-3DCC-A4FA-B95B-B59223D16ADD}"/>
                </a:ext>
              </a:extLst>
            </p:cNvPr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0" name="Google Shape;1210;p34">
              <a:extLst>
                <a:ext uri="{FF2B5EF4-FFF2-40B4-BE49-F238E27FC236}">
                  <a16:creationId xmlns:a16="http://schemas.microsoft.com/office/drawing/2014/main" id="{F6BDEACA-3F0D-26D3-23AA-BE667796F451}"/>
                </a:ext>
              </a:extLst>
            </p:cNvPr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1" name="Google Shape;1211;p34">
              <a:extLst>
                <a:ext uri="{FF2B5EF4-FFF2-40B4-BE49-F238E27FC236}">
                  <a16:creationId xmlns:a16="http://schemas.microsoft.com/office/drawing/2014/main" id="{547C731B-2BC4-5039-21C2-5E3F59DAC6B5}"/>
                </a:ext>
              </a:extLst>
            </p:cNvPr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CB65F9-3578-3ED0-FB6F-98D6EC990520}"/>
              </a:ext>
            </a:extLst>
          </p:cNvPr>
          <p:cNvSpPr/>
          <p:nvPr/>
        </p:nvSpPr>
        <p:spPr>
          <a:xfrm>
            <a:off x="974343" y="4416551"/>
            <a:ext cx="9889937" cy="89563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582BE9-8FBB-580B-FB8E-6C73B8C514C3}"/>
              </a:ext>
            </a:extLst>
          </p:cNvPr>
          <p:cNvGrpSpPr/>
          <p:nvPr/>
        </p:nvGrpSpPr>
        <p:grpSpPr>
          <a:xfrm>
            <a:off x="1169819" y="4596281"/>
            <a:ext cx="9364069" cy="564455"/>
            <a:chOff x="6061859" y="4669433"/>
            <a:chExt cx="3086023" cy="564455"/>
          </a:xfrm>
        </p:grpSpPr>
        <p:sp>
          <p:nvSpPr>
            <p:cNvPr id="15" name="Text 20">
              <a:extLst>
                <a:ext uri="{FF2B5EF4-FFF2-40B4-BE49-F238E27FC236}">
                  <a16:creationId xmlns:a16="http://schemas.microsoft.com/office/drawing/2014/main" id="{E526B6FB-0258-D175-690E-E945626DAE9F}"/>
                </a:ext>
              </a:extLst>
            </p:cNvPr>
            <p:cNvSpPr/>
            <p:nvPr/>
          </p:nvSpPr>
          <p:spPr>
            <a:xfrm>
              <a:off x="6061859" y="4669433"/>
              <a:ext cx="3086023" cy="182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kern="100" spc="96" dirty="0">
                  <a:latin typeface="Heebo Medium" pitchFamily="34" charset="0"/>
                  <a:ea typeface="Heebo Medium" pitchFamily="34" charset="-122"/>
                  <a:cs typeface="Heebo Medium" pitchFamily="34" charset="-120"/>
                </a:rPr>
                <a:t>GENERATION FLOW</a:t>
              </a:r>
              <a:endParaRPr lang="en-US" sz="1200" dirty="0"/>
            </a:p>
          </p:txBody>
        </p:sp>
        <p:sp>
          <p:nvSpPr>
            <p:cNvPr id="17" name="Text 21">
              <a:extLst>
                <a:ext uri="{FF2B5EF4-FFF2-40B4-BE49-F238E27FC236}">
                  <a16:creationId xmlns:a16="http://schemas.microsoft.com/office/drawing/2014/main" id="{FCEC7843-8D24-3E64-9D43-D4E474C41844}"/>
                </a:ext>
              </a:extLst>
            </p:cNvPr>
            <p:cNvSpPr/>
            <p:nvPr/>
          </p:nvSpPr>
          <p:spPr>
            <a:xfrm>
              <a:off x="6061859" y="4976118"/>
              <a:ext cx="3086023" cy="2577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450" dirty="0">
                  <a:solidFill>
                    <a:schemeClr val="tx1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User → Prompt → Tokenization → LLM → Next-Token Prediction → Output</a:t>
              </a:r>
              <a:endParaRPr lang="en-US" sz="145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98BE2F-C664-6B60-A2A0-3EC3537C2852}"/>
              </a:ext>
            </a:extLst>
          </p:cNvPr>
          <p:cNvCxnSpPr>
            <a:stCxn id="1142" idx="6"/>
          </p:cNvCxnSpPr>
          <p:nvPr/>
        </p:nvCxnSpPr>
        <p:spPr>
          <a:xfrm>
            <a:off x="1843768" y="3263089"/>
            <a:ext cx="8141480" cy="1319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25" name="Google Shape;1140;p34">
            <a:extLst>
              <a:ext uri="{FF2B5EF4-FFF2-40B4-BE49-F238E27FC236}">
                <a16:creationId xmlns:a16="http://schemas.microsoft.com/office/drawing/2014/main" id="{FA9533CF-E41D-C28D-28B8-6288ED06CAA2}"/>
              </a:ext>
            </a:extLst>
          </p:cNvPr>
          <p:cNvGrpSpPr/>
          <p:nvPr/>
        </p:nvGrpSpPr>
        <p:grpSpPr>
          <a:xfrm>
            <a:off x="3387751" y="2986675"/>
            <a:ext cx="528229" cy="528229"/>
            <a:chOff x="7030339" y="1393551"/>
            <a:chExt cx="599700" cy="599700"/>
          </a:xfrm>
        </p:grpSpPr>
        <p:sp>
          <p:nvSpPr>
            <p:cNvPr id="1126" name="Google Shape;1141;p34">
              <a:extLst>
                <a:ext uri="{FF2B5EF4-FFF2-40B4-BE49-F238E27FC236}">
                  <a16:creationId xmlns:a16="http://schemas.microsoft.com/office/drawing/2014/main" id="{1FE0B364-59B5-F83A-2D24-35BE76936562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27" name="Google Shape;1142;p34">
              <a:extLst>
                <a:ext uri="{FF2B5EF4-FFF2-40B4-BE49-F238E27FC236}">
                  <a16:creationId xmlns:a16="http://schemas.microsoft.com/office/drawing/2014/main" id="{4A389880-3973-DD7D-B53C-1ECDED42A7E6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1128" name="Google Shape;1148;p34">
            <a:extLst>
              <a:ext uri="{FF2B5EF4-FFF2-40B4-BE49-F238E27FC236}">
                <a16:creationId xmlns:a16="http://schemas.microsoft.com/office/drawing/2014/main" id="{2CF6E6B6-4FD7-7D6C-54A5-8B8BE103A02B}"/>
              </a:ext>
            </a:extLst>
          </p:cNvPr>
          <p:cNvSpPr txBox="1">
            <a:spLocks/>
          </p:cNvSpPr>
          <p:nvPr/>
        </p:nvSpPr>
        <p:spPr>
          <a:xfrm>
            <a:off x="3412735" y="3088076"/>
            <a:ext cx="495199" cy="39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200" b="0" i="0" u="none" strike="noStrike" cap="none">
                <a:solidFill>
                  <a:schemeClr val="lt2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/>
              <a:t>02</a:t>
            </a:r>
          </a:p>
        </p:txBody>
      </p:sp>
      <p:grpSp>
        <p:nvGrpSpPr>
          <p:cNvPr id="1129" name="Google Shape;1140;p34">
            <a:extLst>
              <a:ext uri="{FF2B5EF4-FFF2-40B4-BE49-F238E27FC236}">
                <a16:creationId xmlns:a16="http://schemas.microsoft.com/office/drawing/2014/main" id="{5DD1C72F-259D-2ADB-D090-F318E8522B07}"/>
              </a:ext>
            </a:extLst>
          </p:cNvPr>
          <p:cNvGrpSpPr/>
          <p:nvPr/>
        </p:nvGrpSpPr>
        <p:grpSpPr>
          <a:xfrm>
            <a:off x="5423815" y="2956195"/>
            <a:ext cx="528229" cy="528229"/>
            <a:chOff x="7030339" y="1393551"/>
            <a:chExt cx="599700" cy="599700"/>
          </a:xfrm>
        </p:grpSpPr>
        <p:sp>
          <p:nvSpPr>
            <p:cNvPr id="1130" name="Google Shape;1141;p34">
              <a:extLst>
                <a:ext uri="{FF2B5EF4-FFF2-40B4-BE49-F238E27FC236}">
                  <a16:creationId xmlns:a16="http://schemas.microsoft.com/office/drawing/2014/main" id="{AA2C7307-A27C-E0D2-D0FC-E50C8F29AEEE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31" name="Google Shape;1142;p34">
              <a:extLst>
                <a:ext uri="{FF2B5EF4-FFF2-40B4-BE49-F238E27FC236}">
                  <a16:creationId xmlns:a16="http://schemas.microsoft.com/office/drawing/2014/main" id="{9000F7F1-2C7E-DD60-BB80-FA705A6748BB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1132" name="Google Shape;1148;p34">
            <a:extLst>
              <a:ext uri="{FF2B5EF4-FFF2-40B4-BE49-F238E27FC236}">
                <a16:creationId xmlns:a16="http://schemas.microsoft.com/office/drawing/2014/main" id="{75C06D4B-7371-37FC-873A-BA8B6186B0C8}"/>
              </a:ext>
            </a:extLst>
          </p:cNvPr>
          <p:cNvSpPr txBox="1">
            <a:spLocks/>
          </p:cNvSpPr>
          <p:nvPr/>
        </p:nvSpPr>
        <p:spPr>
          <a:xfrm>
            <a:off x="5448799" y="3057596"/>
            <a:ext cx="495199" cy="39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200" b="0" i="0" u="none" strike="noStrike" cap="none">
                <a:solidFill>
                  <a:schemeClr val="lt2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/>
              <a:t>03</a:t>
            </a:r>
          </a:p>
        </p:txBody>
      </p:sp>
      <p:grpSp>
        <p:nvGrpSpPr>
          <p:cNvPr id="1133" name="Google Shape;1140;p34">
            <a:extLst>
              <a:ext uri="{FF2B5EF4-FFF2-40B4-BE49-F238E27FC236}">
                <a16:creationId xmlns:a16="http://schemas.microsoft.com/office/drawing/2014/main" id="{F29C8F29-FD96-85C1-1859-A4800BCCBFF0}"/>
              </a:ext>
            </a:extLst>
          </p:cNvPr>
          <p:cNvGrpSpPr/>
          <p:nvPr/>
        </p:nvGrpSpPr>
        <p:grpSpPr>
          <a:xfrm>
            <a:off x="7459879" y="2953147"/>
            <a:ext cx="528229" cy="528229"/>
            <a:chOff x="7030339" y="1393551"/>
            <a:chExt cx="599700" cy="599700"/>
          </a:xfrm>
        </p:grpSpPr>
        <p:sp>
          <p:nvSpPr>
            <p:cNvPr id="1147" name="Google Shape;1141;p34">
              <a:extLst>
                <a:ext uri="{FF2B5EF4-FFF2-40B4-BE49-F238E27FC236}">
                  <a16:creationId xmlns:a16="http://schemas.microsoft.com/office/drawing/2014/main" id="{2EF8B660-B423-BA2E-3D6F-DDD646DA91DB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50" name="Google Shape;1142;p34">
              <a:extLst>
                <a:ext uri="{FF2B5EF4-FFF2-40B4-BE49-F238E27FC236}">
                  <a16:creationId xmlns:a16="http://schemas.microsoft.com/office/drawing/2014/main" id="{006587BB-5811-6751-E3E3-66785958C241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1153" name="Google Shape;1148;p34">
            <a:extLst>
              <a:ext uri="{FF2B5EF4-FFF2-40B4-BE49-F238E27FC236}">
                <a16:creationId xmlns:a16="http://schemas.microsoft.com/office/drawing/2014/main" id="{2718E415-4CE2-D4BA-0118-020FD87CF545}"/>
              </a:ext>
            </a:extLst>
          </p:cNvPr>
          <p:cNvSpPr txBox="1">
            <a:spLocks/>
          </p:cNvSpPr>
          <p:nvPr/>
        </p:nvSpPr>
        <p:spPr>
          <a:xfrm>
            <a:off x="7448287" y="3054548"/>
            <a:ext cx="539501" cy="39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200" b="0" i="0" u="none" strike="noStrike" cap="none">
                <a:solidFill>
                  <a:schemeClr val="lt2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/>
              <a:t>04</a:t>
            </a:r>
          </a:p>
        </p:txBody>
      </p:sp>
      <p:grpSp>
        <p:nvGrpSpPr>
          <p:cNvPr id="1154" name="Google Shape;1140;p34">
            <a:extLst>
              <a:ext uri="{FF2B5EF4-FFF2-40B4-BE49-F238E27FC236}">
                <a16:creationId xmlns:a16="http://schemas.microsoft.com/office/drawing/2014/main" id="{226F41FC-5A6D-6AFA-F948-F60146AC2E78}"/>
              </a:ext>
            </a:extLst>
          </p:cNvPr>
          <p:cNvGrpSpPr/>
          <p:nvPr/>
        </p:nvGrpSpPr>
        <p:grpSpPr>
          <a:xfrm>
            <a:off x="9495943" y="2959243"/>
            <a:ext cx="528229" cy="528229"/>
            <a:chOff x="7030339" y="1393551"/>
            <a:chExt cx="599700" cy="599700"/>
          </a:xfrm>
        </p:grpSpPr>
        <p:sp>
          <p:nvSpPr>
            <p:cNvPr id="1155" name="Google Shape;1141;p34">
              <a:extLst>
                <a:ext uri="{FF2B5EF4-FFF2-40B4-BE49-F238E27FC236}">
                  <a16:creationId xmlns:a16="http://schemas.microsoft.com/office/drawing/2014/main" id="{DEBDFAA4-1844-7951-8122-A30B9EE8AAF0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56" name="Google Shape;1142;p34">
              <a:extLst>
                <a:ext uri="{FF2B5EF4-FFF2-40B4-BE49-F238E27FC236}">
                  <a16:creationId xmlns:a16="http://schemas.microsoft.com/office/drawing/2014/main" id="{BA697506-4A0D-4D4D-A1F7-2E831824A49D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/>
            </a:p>
          </p:txBody>
        </p:sp>
      </p:grpSp>
      <p:sp>
        <p:nvSpPr>
          <p:cNvPr id="1157" name="Google Shape;1148;p34">
            <a:extLst>
              <a:ext uri="{FF2B5EF4-FFF2-40B4-BE49-F238E27FC236}">
                <a16:creationId xmlns:a16="http://schemas.microsoft.com/office/drawing/2014/main" id="{D283ECBC-D0E5-57ED-5376-4A2FF4F08A02}"/>
              </a:ext>
            </a:extLst>
          </p:cNvPr>
          <p:cNvSpPr txBox="1">
            <a:spLocks/>
          </p:cNvSpPr>
          <p:nvPr/>
        </p:nvSpPr>
        <p:spPr>
          <a:xfrm>
            <a:off x="9520927" y="3060644"/>
            <a:ext cx="495199" cy="39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200" b="0" i="0" u="none" strike="noStrike" cap="none">
                <a:solidFill>
                  <a:schemeClr val="lt2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4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" sz="1800" dirty="0"/>
              <a:t>05</a:t>
            </a:r>
          </a:p>
        </p:txBody>
      </p:sp>
      <p:sp>
        <p:nvSpPr>
          <p:cNvPr id="1158" name="Google Shape;1145;p34">
            <a:extLst>
              <a:ext uri="{FF2B5EF4-FFF2-40B4-BE49-F238E27FC236}">
                <a16:creationId xmlns:a16="http://schemas.microsoft.com/office/drawing/2014/main" id="{BA308EBB-F97C-096A-362D-DA54CA098049}"/>
              </a:ext>
            </a:extLst>
          </p:cNvPr>
          <p:cNvSpPr txBox="1">
            <a:spLocks/>
          </p:cNvSpPr>
          <p:nvPr/>
        </p:nvSpPr>
        <p:spPr>
          <a:xfrm>
            <a:off x="2760958" y="3476393"/>
            <a:ext cx="1908579" cy="4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/>
            <a:r>
              <a:rPr lang="en-IN" sz="1400" dirty="0"/>
              <a:t>Tokenized input</a:t>
            </a:r>
          </a:p>
        </p:txBody>
      </p:sp>
      <p:sp>
        <p:nvSpPr>
          <p:cNvPr id="1159" name="Google Shape;1203;p34">
            <a:extLst>
              <a:ext uri="{FF2B5EF4-FFF2-40B4-BE49-F238E27FC236}">
                <a16:creationId xmlns:a16="http://schemas.microsoft.com/office/drawing/2014/main" id="{B14E3564-D5EF-F730-4524-5DC862F5A220}"/>
              </a:ext>
            </a:extLst>
          </p:cNvPr>
          <p:cNvSpPr txBox="1">
            <a:spLocks/>
          </p:cNvSpPr>
          <p:nvPr/>
        </p:nvSpPr>
        <p:spPr>
          <a:xfrm>
            <a:off x="2657857" y="2475420"/>
            <a:ext cx="201168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pPr marL="0" indent="0" algn="ctr"/>
            <a:r>
              <a:rPr lang="en-IN" sz="2000" dirty="0"/>
              <a:t>Prompt</a:t>
            </a:r>
          </a:p>
        </p:txBody>
      </p:sp>
      <p:sp>
        <p:nvSpPr>
          <p:cNvPr id="1160" name="Google Shape;1145;p34">
            <a:extLst>
              <a:ext uri="{FF2B5EF4-FFF2-40B4-BE49-F238E27FC236}">
                <a16:creationId xmlns:a16="http://schemas.microsoft.com/office/drawing/2014/main" id="{F420FC1F-78A6-9B6E-CD79-C75D36407C8B}"/>
              </a:ext>
            </a:extLst>
          </p:cNvPr>
          <p:cNvSpPr txBox="1">
            <a:spLocks/>
          </p:cNvSpPr>
          <p:nvPr/>
        </p:nvSpPr>
        <p:spPr>
          <a:xfrm>
            <a:off x="4787878" y="3473345"/>
            <a:ext cx="1908579" cy="4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/>
            <a:r>
              <a:rPr lang="en-IN" sz="1400" dirty="0"/>
              <a:t>Transformer layers</a:t>
            </a:r>
          </a:p>
        </p:txBody>
      </p:sp>
      <p:sp>
        <p:nvSpPr>
          <p:cNvPr id="1161" name="Google Shape;1203;p34">
            <a:extLst>
              <a:ext uri="{FF2B5EF4-FFF2-40B4-BE49-F238E27FC236}">
                <a16:creationId xmlns:a16="http://schemas.microsoft.com/office/drawing/2014/main" id="{100271F4-0EF8-9D5E-4CF0-416FB8F09379}"/>
              </a:ext>
            </a:extLst>
          </p:cNvPr>
          <p:cNvSpPr txBox="1">
            <a:spLocks/>
          </p:cNvSpPr>
          <p:nvPr/>
        </p:nvSpPr>
        <p:spPr>
          <a:xfrm>
            <a:off x="4684777" y="2472372"/>
            <a:ext cx="201168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pPr marL="0" indent="0" algn="ctr"/>
            <a:r>
              <a:rPr lang="en-IN" sz="2000" dirty="0"/>
              <a:t>Foundation Model</a:t>
            </a:r>
          </a:p>
        </p:txBody>
      </p:sp>
      <p:sp>
        <p:nvSpPr>
          <p:cNvPr id="1162" name="Google Shape;1145;p34">
            <a:extLst>
              <a:ext uri="{FF2B5EF4-FFF2-40B4-BE49-F238E27FC236}">
                <a16:creationId xmlns:a16="http://schemas.microsoft.com/office/drawing/2014/main" id="{82F54216-B0D3-2EB4-519C-20023ED647A0}"/>
              </a:ext>
            </a:extLst>
          </p:cNvPr>
          <p:cNvSpPr txBox="1">
            <a:spLocks/>
          </p:cNvSpPr>
          <p:nvPr/>
        </p:nvSpPr>
        <p:spPr>
          <a:xfrm>
            <a:off x="6805654" y="3488585"/>
            <a:ext cx="1908579" cy="4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/>
            <a:r>
              <a:rPr lang="en-IN" sz="1400" dirty="0"/>
              <a:t>Inference &amp; decoding</a:t>
            </a:r>
          </a:p>
        </p:txBody>
      </p:sp>
      <p:sp>
        <p:nvSpPr>
          <p:cNvPr id="1163" name="Google Shape;1203;p34">
            <a:extLst>
              <a:ext uri="{FF2B5EF4-FFF2-40B4-BE49-F238E27FC236}">
                <a16:creationId xmlns:a16="http://schemas.microsoft.com/office/drawing/2014/main" id="{F1A09873-66F8-9DDF-FBDC-75A9551F8641}"/>
              </a:ext>
            </a:extLst>
          </p:cNvPr>
          <p:cNvSpPr txBox="1">
            <a:spLocks/>
          </p:cNvSpPr>
          <p:nvPr/>
        </p:nvSpPr>
        <p:spPr>
          <a:xfrm>
            <a:off x="6702553" y="2487612"/>
            <a:ext cx="201168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pPr marL="0" indent="0" algn="ctr"/>
            <a:r>
              <a:rPr lang="en-IN" sz="2000" dirty="0"/>
              <a:t>Generation</a:t>
            </a:r>
          </a:p>
        </p:txBody>
      </p:sp>
      <p:sp>
        <p:nvSpPr>
          <p:cNvPr id="1164" name="Google Shape;1145;p34">
            <a:extLst>
              <a:ext uri="{FF2B5EF4-FFF2-40B4-BE49-F238E27FC236}">
                <a16:creationId xmlns:a16="http://schemas.microsoft.com/office/drawing/2014/main" id="{3A9B45FA-DD3A-F22B-3B11-C347FDD65D3E}"/>
              </a:ext>
            </a:extLst>
          </p:cNvPr>
          <p:cNvSpPr txBox="1">
            <a:spLocks/>
          </p:cNvSpPr>
          <p:nvPr/>
        </p:nvSpPr>
        <p:spPr>
          <a:xfrm>
            <a:off x="8869150" y="3485537"/>
            <a:ext cx="1908579" cy="49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/>
            <a:r>
              <a:rPr lang="en-IN" sz="1400" dirty="0"/>
              <a:t>Resolved response</a:t>
            </a:r>
          </a:p>
        </p:txBody>
      </p:sp>
      <p:sp>
        <p:nvSpPr>
          <p:cNvPr id="1165" name="Google Shape;1203;p34">
            <a:extLst>
              <a:ext uri="{FF2B5EF4-FFF2-40B4-BE49-F238E27FC236}">
                <a16:creationId xmlns:a16="http://schemas.microsoft.com/office/drawing/2014/main" id="{FF41052B-B214-1B8B-57CA-D15CDCB0EC81}"/>
              </a:ext>
            </a:extLst>
          </p:cNvPr>
          <p:cNvSpPr txBox="1">
            <a:spLocks/>
          </p:cNvSpPr>
          <p:nvPr/>
        </p:nvSpPr>
        <p:spPr>
          <a:xfrm>
            <a:off x="8766049" y="2484564"/>
            <a:ext cx="2011680" cy="5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Secular One"/>
              <a:buNone/>
              <a:defRPr sz="3600" b="0" i="0" u="none" strike="noStrike" cap="none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pPr marL="0" indent="0" algn="ctr"/>
            <a:r>
              <a:rPr lang="en-IN" sz="20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766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F5F34FF6-86A6-7299-5D87-C1BB9610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433C4E49-4FDC-E4BA-D768-8701D6F128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126991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From Generating to Acting</a:t>
            </a:r>
            <a:br>
              <a:rPr lang="en-US" dirty="0"/>
            </a:br>
            <a:r>
              <a:rPr lang="en-IN" sz="2667" dirty="0">
                <a:latin typeface="Barlow" panose="00000500000000000000" pitchFamily="2" charset="0"/>
              </a:rPr>
              <a:t>GenAi to Agentic Ai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C4AE85D4-24C1-8D8C-7906-343A12039A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69337" y="4087120"/>
            <a:ext cx="6794057" cy="61577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en-US" sz="1600" dirty="0"/>
              <a:t>Understands → Plans → Acts → Checks → Adapts</a:t>
            </a:r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92D99450-5B84-6AA7-3FCB-DC552427EBF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69331" y="2675213"/>
            <a:ext cx="7838435" cy="71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Generates an answer, code, or content.</a:t>
            </a:r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67D9D539-DD84-74F2-7F07-1617B55955A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869330" y="3682414"/>
            <a:ext cx="6794057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67" b="1" dirty="0"/>
              <a:t>AGENTIC AI - “Do it for me.”</a:t>
            </a:r>
          </a:p>
        </p:txBody>
      </p:sp>
      <p:sp>
        <p:nvSpPr>
          <p:cNvPr id="1383" name="Google Shape;1383;p38">
            <a:extLst>
              <a:ext uri="{FF2B5EF4-FFF2-40B4-BE49-F238E27FC236}">
                <a16:creationId xmlns:a16="http://schemas.microsoft.com/office/drawing/2014/main" id="{BC129445-E78D-77D6-C7F4-FFFAE77C6D7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9331" y="2270491"/>
            <a:ext cx="6747600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667" dirty="0"/>
              <a:t>GENERATIVE AI - </a:t>
            </a:r>
            <a:r>
              <a:rPr lang="en-US" sz="2667" dirty="0"/>
              <a:t>“Tell me how to do it.”</a:t>
            </a:r>
          </a:p>
        </p:txBody>
      </p:sp>
      <p:grpSp>
        <p:nvGrpSpPr>
          <p:cNvPr id="1384" name="Google Shape;1384;p38">
            <a:extLst>
              <a:ext uri="{FF2B5EF4-FFF2-40B4-BE49-F238E27FC236}">
                <a16:creationId xmlns:a16="http://schemas.microsoft.com/office/drawing/2014/main" id="{250E6A8F-4700-237A-606A-D336AD6617D3}"/>
              </a:ext>
            </a:extLst>
          </p:cNvPr>
          <p:cNvGrpSpPr/>
          <p:nvPr/>
        </p:nvGrpSpPr>
        <p:grpSpPr>
          <a:xfrm>
            <a:off x="543368" y="5651017"/>
            <a:ext cx="1615483" cy="584068"/>
            <a:chOff x="175552" y="1101686"/>
            <a:chExt cx="520944" cy="188336"/>
          </a:xfrm>
        </p:grpSpPr>
        <p:sp>
          <p:nvSpPr>
            <p:cNvPr id="1385" name="Google Shape;1385;p38">
              <a:extLst>
                <a:ext uri="{FF2B5EF4-FFF2-40B4-BE49-F238E27FC236}">
                  <a16:creationId xmlns:a16="http://schemas.microsoft.com/office/drawing/2014/main" id="{97EC0B84-97E3-4F3A-BFD9-484647554052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6" name="Google Shape;1386;p38">
              <a:extLst>
                <a:ext uri="{FF2B5EF4-FFF2-40B4-BE49-F238E27FC236}">
                  <a16:creationId xmlns:a16="http://schemas.microsoft.com/office/drawing/2014/main" id="{02D2C58F-89F2-14B3-50B1-37D138C04108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7" name="Google Shape;1387;p38">
              <a:extLst>
                <a:ext uri="{FF2B5EF4-FFF2-40B4-BE49-F238E27FC236}">
                  <a16:creationId xmlns:a16="http://schemas.microsoft.com/office/drawing/2014/main" id="{58308C73-66EB-92BA-D821-A9364C2CC172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8" name="Google Shape;1388;p38">
              <a:extLst>
                <a:ext uri="{FF2B5EF4-FFF2-40B4-BE49-F238E27FC236}">
                  <a16:creationId xmlns:a16="http://schemas.microsoft.com/office/drawing/2014/main" id="{076BEB69-1D99-5C59-6B9E-548E4BCC8A50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9" name="Google Shape;1389;p38">
              <a:extLst>
                <a:ext uri="{FF2B5EF4-FFF2-40B4-BE49-F238E27FC236}">
                  <a16:creationId xmlns:a16="http://schemas.microsoft.com/office/drawing/2014/main" id="{C890916B-7681-6E82-7B63-4F93B3133379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0" name="Google Shape;1390;p38">
              <a:extLst>
                <a:ext uri="{FF2B5EF4-FFF2-40B4-BE49-F238E27FC236}">
                  <a16:creationId xmlns:a16="http://schemas.microsoft.com/office/drawing/2014/main" id="{EBB01DB2-7BA1-7DF8-A26C-552BF72D6BF8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1" name="Google Shape;1391;p38">
              <a:extLst>
                <a:ext uri="{FF2B5EF4-FFF2-40B4-BE49-F238E27FC236}">
                  <a16:creationId xmlns:a16="http://schemas.microsoft.com/office/drawing/2014/main" id="{BEDF0502-EB3C-1714-D552-39654C07A16E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2" name="Google Shape;1392;p38">
              <a:extLst>
                <a:ext uri="{FF2B5EF4-FFF2-40B4-BE49-F238E27FC236}">
                  <a16:creationId xmlns:a16="http://schemas.microsoft.com/office/drawing/2014/main" id="{F85426F8-51E5-1A4E-1E30-9F308B84CD8D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3" name="Google Shape;1393;p38">
              <a:extLst>
                <a:ext uri="{FF2B5EF4-FFF2-40B4-BE49-F238E27FC236}">
                  <a16:creationId xmlns:a16="http://schemas.microsoft.com/office/drawing/2014/main" id="{5CA46071-B347-BA92-78F6-781EF9D19BB6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4" name="Google Shape;1394;p38">
              <a:extLst>
                <a:ext uri="{FF2B5EF4-FFF2-40B4-BE49-F238E27FC236}">
                  <a16:creationId xmlns:a16="http://schemas.microsoft.com/office/drawing/2014/main" id="{6CB09F82-9071-A7E0-3772-A9CFC86ACE80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5" name="Google Shape;1395;p38">
              <a:extLst>
                <a:ext uri="{FF2B5EF4-FFF2-40B4-BE49-F238E27FC236}">
                  <a16:creationId xmlns:a16="http://schemas.microsoft.com/office/drawing/2014/main" id="{2E4B6F5F-748D-6CFE-4440-F68FEBAFF320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6" name="Google Shape;1396;p38">
              <a:extLst>
                <a:ext uri="{FF2B5EF4-FFF2-40B4-BE49-F238E27FC236}">
                  <a16:creationId xmlns:a16="http://schemas.microsoft.com/office/drawing/2014/main" id="{9DFB6E0B-EB02-C0DC-045B-E937AB18AE3B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7" name="Google Shape;1397;p38">
              <a:extLst>
                <a:ext uri="{FF2B5EF4-FFF2-40B4-BE49-F238E27FC236}">
                  <a16:creationId xmlns:a16="http://schemas.microsoft.com/office/drawing/2014/main" id="{3096281A-E2D4-CEF7-63D3-0B3D2AF08A61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8" name="Google Shape;1398;p38">
              <a:extLst>
                <a:ext uri="{FF2B5EF4-FFF2-40B4-BE49-F238E27FC236}">
                  <a16:creationId xmlns:a16="http://schemas.microsoft.com/office/drawing/2014/main" id="{67C7B369-E80E-3ED1-01FA-07A9C53AAA4E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9" name="Google Shape;1399;p38">
              <a:extLst>
                <a:ext uri="{FF2B5EF4-FFF2-40B4-BE49-F238E27FC236}">
                  <a16:creationId xmlns:a16="http://schemas.microsoft.com/office/drawing/2014/main" id="{B67DC00F-1B4C-D7FE-7701-7B2CECA10688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0" name="Google Shape;1400;p38">
              <a:extLst>
                <a:ext uri="{FF2B5EF4-FFF2-40B4-BE49-F238E27FC236}">
                  <a16:creationId xmlns:a16="http://schemas.microsoft.com/office/drawing/2014/main" id="{12979815-8431-2476-AB8E-62B97590FE7B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1" name="Google Shape;1401;p38">
              <a:extLst>
                <a:ext uri="{FF2B5EF4-FFF2-40B4-BE49-F238E27FC236}">
                  <a16:creationId xmlns:a16="http://schemas.microsoft.com/office/drawing/2014/main" id="{B2A5D6D9-2FD2-53D6-5215-AF06C6B7CDC8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2" name="Google Shape;1402;p38">
              <a:extLst>
                <a:ext uri="{FF2B5EF4-FFF2-40B4-BE49-F238E27FC236}">
                  <a16:creationId xmlns:a16="http://schemas.microsoft.com/office/drawing/2014/main" id="{212DFB02-EF68-2302-F10F-A7D02260C40A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3" name="Google Shape;1403;p38">
              <a:extLst>
                <a:ext uri="{FF2B5EF4-FFF2-40B4-BE49-F238E27FC236}">
                  <a16:creationId xmlns:a16="http://schemas.microsoft.com/office/drawing/2014/main" id="{439B8088-8D38-BF47-B3AC-089CB8CEC98D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4" name="Google Shape;1404;p38">
              <a:extLst>
                <a:ext uri="{FF2B5EF4-FFF2-40B4-BE49-F238E27FC236}">
                  <a16:creationId xmlns:a16="http://schemas.microsoft.com/office/drawing/2014/main" id="{B6C16FFC-F15D-06B4-E0DC-2E0A462C1C22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5" name="Google Shape;1405;p38">
              <a:extLst>
                <a:ext uri="{FF2B5EF4-FFF2-40B4-BE49-F238E27FC236}">
                  <a16:creationId xmlns:a16="http://schemas.microsoft.com/office/drawing/2014/main" id="{877F3C89-E923-3440-5D8F-CA3483784ADF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6" name="Google Shape;1406;p38">
              <a:extLst>
                <a:ext uri="{FF2B5EF4-FFF2-40B4-BE49-F238E27FC236}">
                  <a16:creationId xmlns:a16="http://schemas.microsoft.com/office/drawing/2014/main" id="{C2FC3DFE-BC1D-3CA5-BD9B-2AFC8C4483AE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7" name="Google Shape;1407;p38">
              <a:extLst>
                <a:ext uri="{FF2B5EF4-FFF2-40B4-BE49-F238E27FC236}">
                  <a16:creationId xmlns:a16="http://schemas.microsoft.com/office/drawing/2014/main" id="{C5984C7F-4B6C-8D30-D9B1-7A346E843F0B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8" name="Google Shape;1408;p38">
              <a:extLst>
                <a:ext uri="{FF2B5EF4-FFF2-40B4-BE49-F238E27FC236}">
                  <a16:creationId xmlns:a16="http://schemas.microsoft.com/office/drawing/2014/main" id="{A4EDB586-AC9A-9221-76FC-FE51BC046C4C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96E120C3-1001-5327-2BB1-32D0F0B09EE2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3C80E8FE-26A5-3099-D382-B56573CB54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8897966" y="2272203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>
            <a:extLst>
              <a:ext uri="{FF2B5EF4-FFF2-40B4-BE49-F238E27FC236}">
                <a16:creationId xmlns:a16="http://schemas.microsoft.com/office/drawing/2014/main" id="{BAFF3F67-D9F4-30CC-FA76-4B02F643DD07}"/>
              </a:ext>
            </a:extLst>
          </p:cNvPr>
          <p:cNvGrpSpPr/>
          <p:nvPr/>
        </p:nvGrpSpPr>
        <p:grpSpPr>
          <a:xfrm>
            <a:off x="10175555" y="719345"/>
            <a:ext cx="1615483" cy="584068"/>
            <a:chOff x="175552" y="1101686"/>
            <a:chExt cx="520944" cy="188336"/>
          </a:xfrm>
        </p:grpSpPr>
        <p:sp>
          <p:nvSpPr>
            <p:cNvPr id="1412" name="Google Shape;1412;p38">
              <a:extLst>
                <a:ext uri="{FF2B5EF4-FFF2-40B4-BE49-F238E27FC236}">
                  <a16:creationId xmlns:a16="http://schemas.microsoft.com/office/drawing/2014/main" id="{CA430FD8-176B-79D7-5F40-1695234DD068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3" name="Google Shape;1413;p38">
              <a:extLst>
                <a:ext uri="{FF2B5EF4-FFF2-40B4-BE49-F238E27FC236}">
                  <a16:creationId xmlns:a16="http://schemas.microsoft.com/office/drawing/2014/main" id="{ED0E64A5-C714-7419-1EEA-0F017C376667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4" name="Google Shape;1414;p38">
              <a:extLst>
                <a:ext uri="{FF2B5EF4-FFF2-40B4-BE49-F238E27FC236}">
                  <a16:creationId xmlns:a16="http://schemas.microsoft.com/office/drawing/2014/main" id="{C5E77C9E-1999-35C4-7FD6-908E963E329B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5" name="Google Shape;1415;p38">
              <a:extLst>
                <a:ext uri="{FF2B5EF4-FFF2-40B4-BE49-F238E27FC236}">
                  <a16:creationId xmlns:a16="http://schemas.microsoft.com/office/drawing/2014/main" id="{15272B73-A7FF-635B-90B1-64C43CFD0302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6" name="Google Shape;1416;p38">
              <a:extLst>
                <a:ext uri="{FF2B5EF4-FFF2-40B4-BE49-F238E27FC236}">
                  <a16:creationId xmlns:a16="http://schemas.microsoft.com/office/drawing/2014/main" id="{B4C459F2-D655-3B6F-4868-1B7BB8D2B9FE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7" name="Google Shape;1417;p38">
              <a:extLst>
                <a:ext uri="{FF2B5EF4-FFF2-40B4-BE49-F238E27FC236}">
                  <a16:creationId xmlns:a16="http://schemas.microsoft.com/office/drawing/2014/main" id="{949D3BD5-FB0A-A1C3-17A4-320B86A45C35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8" name="Google Shape;1418;p38">
              <a:extLst>
                <a:ext uri="{FF2B5EF4-FFF2-40B4-BE49-F238E27FC236}">
                  <a16:creationId xmlns:a16="http://schemas.microsoft.com/office/drawing/2014/main" id="{84E60210-C99B-2E11-2367-FDC580E685E3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9" name="Google Shape;1419;p38">
              <a:extLst>
                <a:ext uri="{FF2B5EF4-FFF2-40B4-BE49-F238E27FC236}">
                  <a16:creationId xmlns:a16="http://schemas.microsoft.com/office/drawing/2014/main" id="{26E6C8F7-F857-ADE1-7713-E1AC864FB685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0" name="Google Shape;1420;p38">
              <a:extLst>
                <a:ext uri="{FF2B5EF4-FFF2-40B4-BE49-F238E27FC236}">
                  <a16:creationId xmlns:a16="http://schemas.microsoft.com/office/drawing/2014/main" id="{75D7900D-2C11-D6C6-4B09-846200118AF3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1" name="Google Shape;1421;p38">
              <a:extLst>
                <a:ext uri="{FF2B5EF4-FFF2-40B4-BE49-F238E27FC236}">
                  <a16:creationId xmlns:a16="http://schemas.microsoft.com/office/drawing/2014/main" id="{DB2DDE81-E2E0-7DA8-BE9F-F4A1C7B5C5A4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2" name="Google Shape;1422;p38">
              <a:extLst>
                <a:ext uri="{FF2B5EF4-FFF2-40B4-BE49-F238E27FC236}">
                  <a16:creationId xmlns:a16="http://schemas.microsoft.com/office/drawing/2014/main" id="{77CAF759-E61E-B043-B960-5CBF66DA3916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3" name="Google Shape;1423;p38">
              <a:extLst>
                <a:ext uri="{FF2B5EF4-FFF2-40B4-BE49-F238E27FC236}">
                  <a16:creationId xmlns:a16="http://schemas.microsoft.com/office/drawing/2014/main" id="{70200FB5-B009-CEAE-5888-A701F6787F5C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4" name="Google Shape;1424;p38">
              <a:extLst>
                <a:ext uri="{FF2B5EF4-FFF2-40B4-BE49-F238E27FC236}">
                  <a16:creationId xmlns:a16="http://schemas.microsoft.com/office/drawing/2014/main" id="{6F2F213A-6066-ED20-61A0-25CA65313DA3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5" name="Google Shape;1425;p38">
              <a:extLst>
                <a:ext uri="{FF2B5EF4-FFF2-40B4-BE49-F238E27FC236}">
                  <a16:creationId xmlns:a16="http://schemas.microsoft.com/office/drawing/2014/main" id="{35F61EBF-1F74-1F0D-E13B-DC8EE3884ADA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6" name="Google Shape;1426;p38">
              <a:extLst>
                <a:ext uri="{FF2B5EF4-FFF2-40B4-BE49-F238E27FC236}">
                  <a16:creationId xmlns:a16="http://schemas.microsoft.com/office/drawing/2014/main" id="{33B1F220-AEC6-6529-D6C7-591D8062EF9C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7" name="Google Shape;1427;p38">
              <a:extLst>
                <a:ext uri="{FF2B5EF4-FFF2-40B4-BE49-F238E27FC236}">
                  <a16:creationId xmlns:a16="http://schemas.microsoft.com/office/drawing/2014/main" id="{43C09808-F00D-DF17-7DF6-D4FCBBCAF15D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8" name="Google Shape;1428;p38">
              <a:extLst>
                <a:ext uri="{FF2B5EF4-FFF2-40B4-BE49-F238E27FC236}">
                  <a16:creationId xmlns:a16="http://schemas.microsoft.com/office/drawing/2014/main" id="{3D0E83C4-8A0F-3852-3651-C972358AF94C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9" name="Google Shape;1429;p38">
              <a:extLst>
                <a:ext uri="{FF2B5EF4-FFF2-40B4-BE49-F238E27FC236}">
                  <a16:creationId xmlns:a16="http://schemas.microsoft.com/office/drawing/2014/main" id="{A65C96FE-E44A-B9A7-45C4-C308F12FF5C4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0" name="Google Shape;1430;p38">
              <a:extLst>
                <a:ext uri="{FF2B5EF4-FFF2-40B4-BE49-F238E27FC236}">
                  <a16:creationId xmlns:a16="http://schemas.microsoft.com/office/drawing/2014/main" id="{1B7F6B02-63F6-961F-C601-EBF5B06F3FDF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1" name="Google Shape;1431;p38">
              <a:extLst>
                <a:ext uri="{FF2B5EF4-FFF2-40B4-BE49-F238E27FC236}">
                  <a16:creationId xmlns:a16="http://schemas.microsoft.com/office/drawing/2014/main" id="{9A28D6AB-1FA7-89EC-E976-52EE1E3043A0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2" name="Google Shape;1432;p38">
              <a:extLst>
                <a:ext uri="{FF2B5EF4-FFF2-40B4-BE49-F238E27FC236}">
                  <a16:creationId xmlns:a16="http://schemas.microsoft.com/office/drawing/2014/main" id="{2623260E-383C-1C14-2DCF-5924766E7B6F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3" name="Google Shape;1433;p38">
              <a:extLst>
                <a:ext uri="{FF2B5EF4-FFF2-40B4-BE49-F238E27FC236}">
                  <a16:creationId xmlns:a16="http://schemas.microsoft.com/office/drawing/2014/main" id="{3D188788-A182-27C4-1BD2-F2B8B7ED66C6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4" name="Google Shape;1434;p38">
              <a:extLst>
                <a:ext uri="{FF2B5EF4-FFF2-40B4-BE49-F238E27FC236}">
                  <a16:creationId xmlns:a16="http://schemas.microsoft.com/office/drawing/2014/main" id="{103D24CA-7907-751F-E112-982D5B411D1D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5" name="Google Shape;1435;p38">
              <a:extLst>
                <a:ext uri="{FF2B5EF4-FFF2-40B4-BE49-F238E27FC236}">
                  <a16:creationId xmlns:a16="http://schemas.microsoft.com/office/drawing/2014/main" id="{1E0B74DD-F3E1-78AC-B0FD-91AA772C7066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7B38435-0699-054A-C153-4D9E9BEFDD8D}"/>
              </a:ext>
            </a:extLst>
          </p:cNvPr>
          <p:cNvGrpSpPr/>
          <p:nvPr/>
        </p:nvGrpSpPr>
        <p:grpSpPr>
          <a:xfrm>
            <a:off x="1061959" y="3607760"/>
            <a:ext cx="710927" cy="615771"/>
            <a:chOff x="720898" y="2974937"/>
            <a:chExt cx="661200" cy="572700"/>
          </a:xfrm>
        </p:grpSpPr>
        <p:sp>
          <p:nvSpPr>
            <p:cNvPr id="1378" name="Google Shape;1378;p38">
              <a:extLst>
                <a:ext uri="{FF2B5EF4-FFF2-40B4-BE49-F238E27FC236}">
                  <a16:creationId xmlns:a16="http://schemas.microsoft.com/office/drawing/2014/main" id="{B36E0DA2-8B92-F989-3D7A-6453D8D9517C}"/>
                </a:ext>
              </a:extLst>
            </p:cNvPr>
            <p:cNvSpPr/>
            <p:nvPr/>
          </p:nvSpPr>
          <p:spPr>
            <a:xfrm>
              <a:off x="720898" y="2974937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36" name="Google Shape;1436;p38">
              <a:extLst>
                <a:ext uri="{FF2B5EF4-FFF2-40B4-BE49-F238E27FC236}">
                  <a16:creationId xmlns:a16="http://schemas.microsoft.com/office/drawing/2014/main" id="{45121456-EE91-27AE-9CC3-AD7B537FF40A}"/>
                </a:ext>
              </a:extLst>
            </p:cNvPr>
            <p:cNvGrpSpPr/>
            <p:nvPr/>
          </p:nvGrpSpPr>
          <p:grpSpPr>
            <a:xfrm>
              <a:off x="876973" y="3086749"/>
              <a:ext cx="349050" cy="349075"/>
              <a:chOff x="7146300" y="3247475"/>
              <a:chExt cx="349050" cy="349075"/>
            </a:xfrm>
          </p:grpSpPr>
          <p:sp>
            <p:nvSpPr>
              <p:cNvPr id="1437" name="Google Shape;1437;p38">
                <a:extLst>
                  <a:ext uri="{FF2B5EF4-FFF2-40B4-BE49-F238E27FC236}">
                    <a16:creationId xmlns:a16="http://schemas.microsoft.com/office/drawing/2014/main" id="{40D77A13-767D-F1C6-DED5-728FBCEECD8A}"/>
                  </a:ext>
                </a:extLst>
              </p:cNvPr>
              <p:cNvSpPr/>
              <p:nvPr/>
            </p:nvSpPr>
            <p:spPr>
              <a:xfrm>
                <a:off x="7308500" y="3417450"/>
                <a:ext cx="246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7" extrusionOk="0">
                    <a:moveTo>
                      <a:pt x="493" y="1"/>
                    </a:moveTo>
                    <a:cubicBezTo>
                      <a:pt x="222" y="1"/>
                      <a:pt x="0" y="221"/>
                      <a:pt x="0" y="494"/>
                    </a:cubicBezTo>
                    <a:cubicBezTo>
                      <a:pt x="0" y="765"/>
                      <a:pt x="222" y="986"/>
                      <a:pt x="493" y="986"/>
                    </a:cubicBezTo>
                    <a:cubicBezTo>
                      <a:pt x="766" y="986"/>
                      <a:pt x="986" y="765"/>
                      <a:pt x="986" y="494"/>
                    </a:cubicBezTo>
                    <a:cubicBezTo>
                      <a:pt x="986" y="222"/>
                      <a:pt x="766" y="1"/>
                      <a:pt x="4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8" name="Google Shape;1438;p38">
                <a:extLst>
                  <a:ext uri="{FF2B5EF4-FFF2-40B4-BE49-F238E27FC236}">
                    <a16:creationId xmlns:a16="http://schemas.microsoft.com/office/drawing/2014/main" id="{7B82FBB4-E554-5717-F1F2-DC1D8D365C15}"/>
                  </a:ext>
                </a:extLst>
              </p:cNvPr>
              <p:cNvSpPr/>
              <p:nvPr/>
            </p:nvSpPr>
            <p:spPr>
              <a:xfrm>
                <a:off x="7259150" y="3363400"/>
                <a:ext cx="123400" cy="1327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5310" extrusionOk="0">
                    <a:moveTo>
                      <a:pt x="2467" y="1346"/>
                    </a:moveTo>
                    <a:cubicBezTo>
                      <a:pt x="3190" y="1346"/>
                      <a:pt x="3778" y="1933"/>
                      <a:pt x="3778" y="2656"/>
                    </a:cubicBezTo>
                    <a:cubicBezTo>
                      <a:pt x="3778" y="3378"/>
                      <a:pt x="3190" y="3965"/>
                      <a:pt x="2467" y="3965"/>
                    </a:cubicBezTo>
                    <a:cubicBezTo>
                      <a:pt x="1745" y="3965"/>
                      <a:pt x="1158" y="3378"/>
                      <a:pt x="1158" y="2656"/>
                    </a:cubicBezTo>
                    <a:cubicBezTo>
                      <a:pt x="1158" y="1933"/>
                      <a:pt x="1745" y="1346"/>
                      <a:pt x="2467" y="1346"/>
                    </a:cubicBezTo>
                    <a:close/>
                    <a:moveTo>
                      <a:pt x="2130" y="0"/>
                    </a:moveTo>
                    <a:lnTo>
                      <a:pt x="2004" y="533"/>
                    </a:lnTo>
                    <a:lnTo>
                      <a:pt x="1788" y="605"/>
                    </a:lnTo>
                    <a:cubicBezTo>
                      <a:pt x="1508" y="698"/>
                      <a:pt x="1254" y="845"/>
                      <a:pt x="1032" y="1042"/>
                    </a:cubicBezTo>
                    <a:lnTo>
                      <a:pt x="862" y="1194"/>
                    </a:lnTo>
                    <a:lnTo>
                      <a:pt x="338" y="1037"/>
                    </a:lnTo>
                    <a:lnTo>
                      <a:pt x="0" y="1621"/>
                    </a:lnTo>
                    <a:lnTo>
                      <a:pt x="399" y="1994"/>
                    </a:lnTo>
                    <a:lnTo>
                      <a:pt x="352" y="2219"/>
                    </a:lnTo>
                    <a:cubicBezTo>
                      <a:pt x="323" y="2361"/>
                      <a:pt x="308" y="2508"/>
                      <a:pt x="308" y="2656"/>
                    </a:cubicBezTo>
                    <a:cubicBezTo>
                      <a:pt x="308" y="2803"/>
                      <a:pt x="323" y="2950"/>
                      <a:pt x="352" y="3092"/>
                    </a:cubicBezTo>
                    <a:lnTo>
                      <a:pt x="399" y="3315"/>
                    </a:lnTo>
                    <a:lnTo>
                      <a:pt x="0" y="3691"/>
                    </a:lnTo>
                    <a:lnTo>
                      <a:pt x="338" y="4274"/>
                    </a:lnTo>
                    <a:lnTo>
                      <a:pt x="862" y="4117"/>
                    </a:lnTo>
                    <a:lnTo>
                      <a:pt x="1032" y="4269"/>
                    </a:lnTo>
                    <a:cubicBezTo>
                      <a:pt x="1254" y="4466"/>
                      <a:pt x="1508" y="4613"/>
                      <a:pt x="1788" y="4706"/>
                    </a:cubicBezTo>
                    <a:lnTo>
                      <a:pt x="2004" y="4777"/>
                    </a:lnTo>
                    <a:lnTo>
                      <a:pt x="2130" y="5309"/>
                    </a:lnTo>
                    <a:lnTo>
                      <a:pt x="2804" y="5309"/>
                    </a:lnTo>
                    <a:lnTo>
                      <a:pt x="2930" y="4777"/>
                    </a:lnTo>
                    <a:lnTo>
                      <a:pt x="3147" y="4706"/>
                    </a:lnTo>
                    <a:cubicBezTo>
                      <a:pt x="3428" y="4613"/>
                      <a:pt x="3681" y="4466"/>
                      <a:pt x="3902" y="4269"/>
                    </a:cubicBezTo>
                    <a:lnTo>
                      <a:pt x="4074" y="4117"/>
                    </a:lnTo>
                    <a:lnTo>
                      <a:pt x="4598" y="4274"/>
                    </a:lnTo>
                    <a:lnTo>
                      <a:pt x="4936" y="3691"/>
                    </a:lnTo>
                    <a:lnTo>
                      <a:pt x="4537" y="3315"/>
                    </a:lnTo>
                    <a:lnTo>
                      <a:pt x="4584" y="3092"/>
                    </a:lnTo>
                    <a:cubicBezTo>
                      <a:pt x="4612" y="2950"/>
                      <a:pt x="4627" y="2803"/>
                      <a:pt x="4627" y="2656"/>
                    </a:cubicBezTo>
                    <a:cubicBezTo>
                      <a:pt x="4627" y="2508"/>
                      <a:pt x="4613" y="2361"/>
                      <a:pt x="4584" y="2219"/>
                    </a:cubicBezTo>
                    <a:lnTo>
                      <a:pt x="4537" y="1994"/>
                    </a:lnTo>
                    <a:lnTo>
                      <a:pt x="4936" y="1621"/>
                    </a:lnTo>
                    <a:lnTo>
                      <a:pt x="4598" y="1035"/>
                    </a:lnTo>
                    <a:lnTo>
                      <a:pt x="4598" y="1037"/>
                    </a:lnTo>
                    <a:lnTo>
                      <a:pt x="4073" y="1194"/>
                    </a:lnTo>
                    <a:lnTo>
                      <a:pt x="3902" y="1042"/>
                    </a:lnTo>
                    <a:cubicBezTo>
                      <a:pt x="3681" y="845"/>
                      <a:pt x="3426" y="698"/>
                      <a:pt x="3147" y="605"/>
                    </a:cubicBezTo>
                    <a:lnTo>
                      <a:pt x="2930" y="533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9" name="Google Shape;1439;p38">
                <a:extLst>
                  <a:ext uri="{FF2B5EF4-FFF2-40B4-BE49-F238E27FC236}">
                    <a16:creationId xmlns:a16="http://schemas.microsoft.com/office/drawing/2014/main" id="{8E714EC7-59B8-4249-60DD-7CCDCEA6C57B}"/>
                  </a:ext>
                </a:extLst>
              </p:cNvPr>
              <p:cNvSpPr/>
              <p:nvPr/>
            </p:nvSpPr>
            <p:spPr>
              <a:xfrm>
                <a:off x="7331075" y="3247475"/>
                <a:ext cx="164275" cy="349075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13963" extrusionOk="0">
                    <a:moveTo>
                      <a:pt x="5290" y="1"/>
                    </a:moveTo>
                    <a:cubicBezTo>
                      <a:pt x="4582" y="1"/>
                      <a:pt x="4008" y="576"/>
                      <a:pt x="4008" y="1284"/>
                    </a:cubicBezTo>
                    <a:cubicBezTo>
                      <a:pt x="4008" y="1846"/>
                      <a:pt x="4374" y="2326"/>
                      <a:pt x="4879" y="2498"/>
                    </a:cubicBezTo>
                    <a:lnTo>
                      <a:pt x="4879" y="3361"/>
                    </a:lnTo>
                    <a:lnTo>
                      <a:pt x="4221" y="3361"/>
                    </a:lnTo>
                    <a:lnTo>
                      <a:pt x="0" y="1145"/>
                    </a:lnTo>
                    <a:lnTo>
                      <a:pt x="0" y="3819"/>
                    </a:lnTo>
                    <a:lnTo>
                      <a:pt x="576" y="3819"/>
                    </a:lnTo>
                    <a:lnTo>
                      <a:pt x="748" y="4548"/>
                    </a:lnTo>
                    <a:cubicBezTo>
                      <a:pt x="976" y="4644"/>
                      <a:pt x="1191" y="4768"/>
                      <a:pt x="1389" y="4918"/>
                    </a:cubicBezTo>
                    <a:lnTo>
                      <a:pt x="2107" y="4703"/>
                    </a:lnTo>
                    <a:lnTo>
                      <a:pt x="3090" y="6408"/>
                    </a:lnTo>
                    <a:lnTo>
                      <a:pt x="2545" y="6922"/>
                    </a:lnTo>
                    <a:cubicBezTo>
                      <a:pt x="2561" y="7045"/>
                      <a:pt x="2568" y="7169"/>
                      <a:pt x="2568" y="7293"/>
                    </a:cubicBezTo>
                    <a:cubicBezTo>
                      <a:pt x="2568" y="7417"/>
                      <a:pt x="2560" y="7541"/>
                      <a:pt x="2545" y="7663"/>
                    </a:cubicBezTo>
                    <a:lnTo>
                      <a:pt x="3090" y="8175"/>
                    </a:lnTo>
                    <a:lnTo>
                      <a:pt x="2107" y="9882"/>
                    </a:lnTo>
                    <a:lnTo>
                      <a:pt x="1389" y="9665"/>
                    </a:lnTo>
                    <a:cubicBezTo>
                      <a:pt x="1191" y="9817"/>
                      <a:pt x="976" y="9941"/>
                      <a:pt x="748" y="10037"/>
                    </a:cubicBezTo>
                    <a:lnTo>
                      <a:pt x="576" y="10765"/>
                    </a:lnTo>
                    <a:lnTo>
                      <a:pt x="0" y="10765"/>
                    </a:lnTo>
                    <a:lnTo>
                      <a:pt x="0" y="13432"/>
                    </a:lnTo>
                    <a:cubicBezTo>
                      <a:pt x="1222" y="13071"/>
                      <a:pt x="2317" y="12334"/>
                      <a:pt x="3109" y="11332"/>
                    </a:cubicBezTo>
                    <a:cubicBezTo>
                      <a:pt x="3292" y="11100"/>
                      <a:pt x="3456" y="10857"/>
                      <a:pt x="3603" y="10604"/>
                    </a:cubicBezTo>
                    <a:lnTo>
                      <a:pt x="4881" y="10604"/>
                    </a:lnTo>
                    <a:lnTo>
                      <a:pt x="4881" y="11467"/>
                    </a:lnTo>
                    <a:cubicBezTo>
                      <a:pt x="4374" y="11638"/>
                      <a:pt x="4008" y="12117"/>
                      <a:pt x="4008" y="12681"/>
                    </a:cubicBezTo>
                    <a:cubicBezTo>
                      <a:pt x="4008" y="13389"/>
                      <a:pt x="4582" y="13962"/>
                      <a:pt x="5290" y="13962"/>
                    </a:cubicBezTo>
                    <a:cubicBezTo>
                      <a:pt x="5996" y="13962"/>
                      <a:pt x="6571" y="13389"/>
                      <a:pt x="6571" y="12681"/>
                    </a:cubicBezTo>
                    <a:cubicBezTo>
                      <a:pt x="6571" y="12117"/>
                      <a:pt x="6206" y="11638"/>
                      <a:pt x="5698" y="11467"/>
                    </a:cubicBezTo>
                    <a:lnTo>
                      <a:pt x="5698" y="9786"/>
                    </a:lnTo>
                    <a:lnTo>
                      <a:pt x="4000" y="9786"/>
                    </a:lnTo>
                    <a:cubicBezTo>
                      <a:pt x="4289" y="9062"/>
                      <a:pt x="4441" y="8281"/>
                      <a:pt x="4441" y="7496"/>
                    </a:cubicBezTo>
                    <a:lnTo>
                      <a:pt x="4441" y="7392"/>
                    </a:lnTo>
                    <a:lnTo>
                      <a:pt x="6163" y="7392"/>
                    </a:lnTo>
                    <a:lnTo>
                      <a:pt x="6163" y="6573"/>
                    </a:lnTo>
                    <a:lnTo>
                      <a:pt x="4441" y="6573"/>
                    </a:lnTo>
                    <a:lnTo>
                      <a:pt x="4441" y="4179"/>
                    </a:lnTo>
                    <a:lnTo>
                      <a:pt x="5698" y="4179"/>
                    </a:lnTo>
                    <a:lnTo>
                      <a:pt x="5698" y="2498"/>
                    </a:lnTo>
                    <a:cubicBezTo>
                      <a:pt x="6206" y="2326"/>
                      <a:pt x="6571" y="1846"/>
                      <a:pt x="6571" y="1284"/>
                    </a:cubicBezTo>
                    <a:cubicBezTo>
                      <a:pt x="6571" y="576"/>
                      <a:pt x="5996" y="1"/>
                      <a:pt x="5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0" name="Google Shape;1440;p38">
                <a:extLst>
                  <a:ext uri="{FF2B5EF4-FFF2-40B4-BE49-F238E27FC236}">
                    <a16:creationId xmlns:a16="http://schemas.microsoft.com/office/drawing/2014/main" id="{1E23D2E3-C994-D6DD-D163-BC8F86862A85}"/>
                  </a:ext>
                </a:extLst>
              </p:cNvPr>
              <p:cNvSpPr/>
              <p:nvPr/>
            </p:nvSpPr>
            <p:spPr>
              <a:xfrm>
                <a:off x="7146300" y="3247525"/>
                <a:ext cx="1643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13961" extrusionOk="0">
                    <a:moveTo>
                      <a:pt x="1283" y="1"/>
                    </a:moveTo>
                    <a:cubicBezTo>
                      <a:pt x="576" y="1"/>
                      <a:pt x="0" y="574"/>
                      <a:pt x="0" y="1282"/>
                    </a:cubicBezTo>
                    <a:cubicBezTo>
                      <a:pt x="0" y="1846"/>
                      <a:pt x="367" y="2325"/>
                      <a:pt x="873" y="2496"/>
                    </a:cubicBezTo>
                    <a:lnTo>
                      <a:pt x="873" y="4177"/>
                    </a:lnTo>
                    <a:lnTo>
                      <a:pt x="2130" y="4177"/>
                    </a:lnTo>
                    <a:lnTo>
                      <a:pt x="2130" y="6571"/>
                    </a:lnTo>
                    <a:lnTo>
                      <a:pt x="410" y="6571"/>
                    </a:lnTo>
                    <a:lnTo>
                      <a:pt x="410" y="7390"/>
                    </a:lnTo>
                    <a:lnTo>
                      <a:pt x="2130" y="7390"/>
                    </a:lnTo>
                    <a:lnTo>
                      <a:pt x="2130" y="7494"/>
                    </a:lnTo>
                    <a:cubicBezTo>
                      <a:pt x="2130" y="8279"/>
                      <a:pt x="2282" y="9060"/>
                      <a:pt x="2571" y="9784"/>
                    </a:cubicBezTo>
                    <a:lnTo>
                      <a:pt x="873" y="9784"/>
                    </a:lnTo>
                    <a:lnTo>
                      <a:pt x="873" y="11465"/>
                    </a:lnTo>
                    <a:cubicBezTo>
                      <a:pt x="367" y="11636"/>
                      <a:pt x="2" y="12115"/>
                      <a:pt x="2" y="12679"/>
                    </a:cubicBezTo>
                    <a:cubicBezTo>
                      <a:pt x="2" y="13387"/>
                      <a:pt x="576" y="13960"/>
                      <a:pt x="1283" y="13960"/>
                    </a:cubicBezTo>
                    <a:cubicBezTo>
                      <a:pt x="1989" y="13960"/>
                      <a:pt x="2565" y="13387"/>
                      <a:pt x="2565" y="12679"/>
                    </a:cubicBezTo>
                    <a:cubicBezTo>
                      <a:pt x="2565" y="12115"/>
                      <a:pt x="2198" y="11636"/>
                      <a:pt x="1692" y="11465"/>
                    </a:cubicBezTo>
                    <a:lnTo>
                      <a:pt x="1692" y="10602"/>
                    </a:lnTo>
                    <a:lnTo>
                      <a:pt x="2968" y="10602"/>
                    </a:lnTo>
                    <a:cubicBezTo>
                      <a:pt x="3115" y="10855"/>
                      <a:pt x="3281" y="11098"/>
                      <a:pt x="3463" y="11330"/>
                    </a:cubicBezTo>
                    <a:cubicBezTo>
                      <a:pt x="4255" y="12332"/>
                      <a:pt x="5351" y="13069"/>
                      <a:pt x="6573" y="13430"/>
                    </a:cubicBezTo>
                    <a:lnTo>
                      <a:pt x="6573" y="10763"/>
                    </a:lnTo>
                    <a:lnTo>
                      <a:pt x="5997" y="10763"/>
                    </a:lnTo>
                    <a:lnTo>
                      <a:pt x="5825" y="10035"/>
                    </a:lnTo>
                    <a:cubicBezTo>
                      <a:pt x="5596" y="9939"/>
                      <a:pt x="5381" y="9815"/>
                      <a:pt x="5184" y="9663"/>
                    </a:cubicBezTo>
                    <a:lnTo>
                      <a:pt x="4466" y="9880"/>
                    </a:lnTo>
                    <a:lnTo>
                      <a:pt x="3481" y="8173"/>
                    </a:lnTo>
                    <a:lnTo>
                      <a:pt x="4026" y="7661"/>
                    </a:lnTo>
                    <a:cubicBezTo>
                      <a:pt x="4012" y="7539"/>
                      <a:pt x="4003" y="7415"/>
                      <a:pt x="4003" y="7291"/>
                    </a:cubicBezTo>
                    <a:cubicBezTo>
                      <a:pt x="4003" y="7167"/>
                      <a:pt x="4012" y="7043"/>
                      <a:pt x="4026" y="6920"/>
                    </a:cubicBezTo>
                    <a:lnTo>
                      <a:pt x="3481" y="6406"/>
                    </a:lnTo>
                    <a:lnTo>
                      <a:pt x="4466" y="4701"/>
                    </a:lnTo>
                    <a:lnTo>
                      <a:pt x="5184" y="4916"/>
                    </a:lnTo>
                    <a:cubicBezTo>
                      <a:pt x="5381" y="4766"/>
                      <a:pt x="5596" y="4642"/>
                      <a:pt x="5825" y="4546"/>
                    </a:cubicBezTo>
                    <a:lnTo>
                      <a:pt x="5997" y="3817"/>
                    </a:lnTo>
                    <a:lnTo>
                      <a:pt x="6573" y="3817"/>
                    </a:lnTo>
                    <a:lnTo>
                      <a:pt x="6573" y="1143"/>
                    </a:lnTo>
                    <a:lnTo>
                      <a:pt x="2350" y="3359"/>
                    </a:lnTo>
                    <a:lnTo>
                      <a:pt x="1692" y="3359"/>
                    </a:lnTo>
                    <a:lnTo>
                      <a:pt x="1692" y="2496"/>
                    </a:lnTo>
                    <a:cubicBezTo>
                      <a:pt x="2198" y="2325"/>
                      <a:pt x="2565" y="1846"/>
                      <a:pt x="2565" y="1282"/>
                    </a:cubicBezTo>
                    <a:cubicBezTo>
                      <a:pt x="2565" y="574"/>
                      <a:pt x="1989" y="1"/>
                      <a:pt x="1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A583FE6-46CC-990B-B3A5-9E39D83A6C11}"/>
              </a:ext>
            </a:extLst>
          </p:cNvPr>
          <p:cNvGrpSpPr/>
          <p:nvPr/>
        </p:nvGrpSpPr>
        <p:grpSpPr>
          <a:xfrm>
            <a:off x="1060059" y="2169655"/>
            <a:ext cx="710927" cy="615771"/>
            <a:chOff x="719473" y="1683231"/>
            <a:chExt cx="661200" cy="572700"/>
          </a:xfrm>
        </p:grpSpPr>
        <p:sp>
          <p:nvSpPr>
            <p:cNvPr id="1441" name="Google Shape;1441;p38">
              <a:extLst>
                <a:ext uri="{FF2B5EF4-FFF2-40B4-BE49-F238E27FC236}">
                  <a16:creationId xmlns:a16="http://schemas.microsoft.com/office/drawing/2014/main" id="{158718E7-97A9-AF51-0921-21AA63E850AB}"/>
                </a:ext>
              </a:extLst>
            </p:cNvPr>
            <p:cNvSpPr/>
            <p:nvPr/>
          </p:nvSpPr>
          <p:spPr>
            <a:xfrm>
              <a:off x="719473" y="1683231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42" name="Google Shape;1442;p38">
              <a:extLst>
                <a:ext uri="{FF2B5EF4-FFF2-40B4-BE49-F238E27FC236}">
                  <a16:creationId xmlns:a16="http://schemas.microsoft.com/office/drawing/2014/main" id="{223C9688-358A-9D4A-309D-22DEAF9CE480}"/>
                </a:ext>
              </a:extLst>
            </p:cNvPr>
            <p:cNvGrpSpPr/>
            <p:nvPr/>
          </p:nvGrpSpPr>
          <p:grpSpPr>
            <a:xfrm>
              <a:off x="893743" y="1816044"/>
              <a:ext cx="312704" cy="312691"/>
              <a:chOff x="1094275" y="3784775"/>
              <a:chExt cx="349000" cy="349025"/>
            </a:xfrm>
          </p:grpSpPr>
          <p:sp>
            <p:nvSpPr>
              <p:cNvPr id="1443" name="Google Shape;1443;p38">
                <a:extLst>
                  <a:ext uri="{FF2B5EF4-FFF2-40B4-BE49-F238E27FC236}">
                    <a16:creationId xmlns:a16="http://schemas.microsoft.com/office/drawing/2014/main" id="{42FD6B2D-8E0C-6287-DC16-B5CDF7121A69}"/>
                  </a:ext>
                </a:extLst>
              </p:cNvPr>
              <p:cNvSpPr/>
              <p:nvPr/>
            </p:nvSpPr>
            <p:spPr>
              <a:xfrm>
                <a:off x="1094275" y="4024025"/>
                <a:ext cx="349000" cy="109775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4391" extrusionOk="0">
                    <a:moveTo>
                      <a:pt x="0" y="0"/>
                    </a:moveTo>
                    <a:lnTo>
                      <a:pt x="0" y="1941"/>
                    </a:lnTo>
                    <a:lnTo>
                      <a:pt x="5716" y="1941"/>
                    </a:lnTo>
                    <a:lnTo>
                      <a:pt x="5716" y="2563"/>
                    </a:lnTo>
                    <a:cubicBezTo>
                      <a:pt x="5716" y="3120"/>
                      <a:pt x="5263" y="3573"/>
                      <a:pt x="4707" y="3573"/>
                    </a:cubicBezTo>
                    <a:lnTo>
                      <a:pt x="3608" y="3573"/>
                    </a:lnTo>
                    <a:lnTo>
                      <a:pt x="3608" y="4390"/>
                    </a:lnTo>
                    <a:lnTo>
                      <a:pt x="10352" y="4390"/>
                    </a:lnTo>
                    <a:lnTo>
                      <a:pt x="10352" y="3573"/>
                    </a:lnTo>
                    <a:lnTo>
                      <a:pt x="9254" y="3573"/>
                    </a:lnTo>
                    <a:cubicBezTo>
                      <a:pt x="8697" y="3573"/>
                      <a:pt x="8246" y="3120"/>
                      <a:pt x="8246" y="2563"/>
                    </a:cubicBezTo>
                    <a:lnTo>
                      <a:pt x="8246" y="1941"/>
                    </a:lnTo>
                    <a:lnTo>
                      <a:pt x="13960" y="1941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4" name="Google Shape;1444;p38">
                <a:extLst>
                  <a:ext uri="{FF2B5EF4-FFF2-40B4-BE49-F238E27FC236}">
                    <a16:creationId xmlns:a16="http://schemas.microsoft.com/office/drawing/2014/main" id="{8CCB3E92-2A96-FB6A-CFCF-96E4E12148F9}"/>
                  </a:ext>
                </a:extLst>
              </p:cNvPr>
              <p:cNvSpPr/>
              <p:nvPr/>
            </p:nvSpPr>
            <p:spPr>
              <a:xfrm>
                <a:off x="1254100" y="3878225"/>
                <a:ext cx="2937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5" extrusionOk="0">
                    <a:moveTo>
                      <a:pt x="588" y="1"/>
                    </a:moveTo>
                    <a:cubicBezTo>
                      <a:pt x="264" y="1"/>
                      <a:pt x="1" y="265"/>
                      <a:pt x="1" y="588"/>
                    </a:cubicBezTo>
                    <a:cubicBezTo>
                      <a:pt x="1" y="912"/>
                      <a:pt x="264" y="1174"/>
                      <a:pt x="588" y="1174"/>
                    </a:cubicBezTo>
                    <a:cubicBezTo>
                      <a:pt x="910" y="1174"/>
                      <a:pt x="1175" y="912"/>
                      <a:pt x="1175" y="588"/>
                    </a:cubicBezTo>
                    <a:cubicBezTo>
                      <a:pt x="1175" y="263"/>
                      <a:pt x="910" y="1"/>
                      <a:pt x="5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5" name="Google Shape;1445;p38">
                <a:extLst>
                  <a:ext uri="{FF2B5EF4-FFF2-40B4-BE49-F238E27FC236}">
                    <a16:creationId xmlns:a16="http://schemas.microsoft.com/office/drawing/2014/main" id="{D1400DF8-DDBF-171D-250D-A94CBAAFB820}"/>
                  </a:ext>
                </a:extLst>
              </p:cNvPr>
              <p:cNvSpPr/>
              <p:nvPr/>
            </p:nvSpPr>
            <p:spPr>
              <a:xfrm>
                <a:off x="1094275" y="3784775"/>
                <a:ext cx="349000" cy="218850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8754" extrusionOk="0">
                    <a:moveTo>
                      <a:pt x="6981" y="1169"/>
                    </a:moveTo>
                    <a:cubicBezTo>
                      <a:pt x="8720" y="1169"/>
                      <a:pt x="10137" y="2586"/>
                      <a:pt x="10137" y="4326"/>
                    </a:cubicBezTo>
                    <a:lnTo>
                      <a:pt x="10137" y="5329"/>
                    </a:lnTo>
                    <a:cubicBezTo>
                      <a:pt x="10137" y="6038"/>
                      <a:pt x="9560" y="6614"/>
                      <a:pt x="8852" y="6614"/>
                    </a:cubicBezTo>
                    <a:cubicBezTo>
                      <a:pt x="8232" y="6614"/>
                      <a:pt x="7713" y="6174"/>
                      <a:pt x="7593" y="5589"/>
                    </a:cubicBezTo>
                    <a:cubicBezTo>
                      <a:pt x="7407" y="5680"/>
                      <a:pt x="7201" y="5729"/>
                      <a:pt x="6981" y="5729"/>
                    </a:cubicBezTo>
                    <a:cubicBezTo>
                      <a:pt x="6205" y="5729"/>
                      <a:pt x="5575" y="5101"/>
                      <a:pt x="5575" y="4326"/>
                    </a:cubicBezTo>
                    <a:cubicBezTo>
                      <a:pt x="5575" y="3550"/>
                      <a:pt x="6205" y="2920"/>
                      <a:pt x="6981" y="2920"/>
                    </a:cubicBezTo>
                    <a:cubicBezTo>
                      <a:pt x="7755" y="2920"/>
                      <a:pt x="8385" y="3550"/>
                      <a:pt x="8385" y="4326"/>
                    </a:cubicBezTo>
                    <a:lnTo>
                      <a:pt x="8385" y="5329"/>
                    </a:lnTo>
                    <a:cubicBezTo>
                      <a:pt x="8385" y="5587"/>
                      <a:pt x="8595" y="5795"/>
                      <a:pt x="8852" y="5795"/>
                    </a:cubicBezTo>
                    <a:cubicBezTo>
                      <a:pt x="9109" y="5795"/>
                      <a:pt x="9319" y="5587"/>
                      <a:pt x="9319" y="5329"/>
                    </a:cubicBezTo>
                    <a:lnTo>
                      <a:pt x="9319" y="4326"/>
                    </a:lnTo>
                    <a:cubicBezTo>
                      <a:pt x="9319" y="3036"/>
                      <a:pt x="8269" y="1988"/>
                      <a:pt x="6981" y="1988"/>
                    </a:cubicBezTo>
                    <a:cubicBezTo>
                      <a:pt x="5691" y="1988"/>
                      <a:pt x="4643" y="3036"/>
                      <a:pt x="4643" y="4326"/>
                    </a:cubicBezTo>
                    <a:cubicBezTo>
                      <a:pt x="4643" y="5615"/>
                      <a:pt x="5691" y="6663"/>
                      <a:pt x="6981" y="6663"/>
                    </a:cubicBezTo>
                    <a:lnTo>
                      <a:pt x="6981" y="7482"/>
                    </a:lnTo>
                    <a:cubicBezTo>
                      <a:pt x="5240" y="7482"/>
                      <a:pt x="3824" y="6065"/>
                      <a:pt x="3824" y="4326"/>
                    </a:cubicBezTo>
                    <a:cubicBezTo>
                      <a:pt x="3824" y="2584"/>
                      <a:pt x="5240" y="1169"/>
                      <a:pt x="6981" y="1169"/>
                    </a:cubicBezTo>
                    <a:close/>
                    <a:moveTo>
                      <a:pt x="0" y="0"/>
                    </a:moveTo>
                    <a:lnTo>
                      <a:pt x="0" y="8753"/>
                    </a:lnTo>
                    <a:lnTo>
                      <a:pt x="13960" y="8753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sp>
        <p:nvSpPr>
          <p:cNvPr id="2" name="Google Shape;1380;p38">
            <a:extLst>
              <a:ext uri="{FF2B5EF4-FFF2-40B4-BE49-F238E27FC236}">
                <a16:creationId xmlns:a16="http://schemas.microsoft.com/office/drawing/2014/main" id="{91A81940-95E2-57FB-7B43-E35C0DD6073B}"/>
              </a:ext>
            </a:extLst>
          </p:cNvPr>
          <p:cNvSpPr txBox="1">
            <a:spLocks/>
          </p:cNvSpPr>
          <p:nvPr/>
        </p:nvSpPr>
        <p:spPr>
          <a:xfrm>
            <a:off x="1866289" y="4769872"/>
            <a:ext cx="6794057" cy="61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l"/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607683-1B71-B3D6-F0C8-6B7CE818067E}"/>
              </a:ext>
            </a:extLst>
          </p:cNvPr>
          <p:cNvSpPr/>
          <p:nvPr/>
        </p:nvSpPr>
        <p:spPr>
          <a:xfrm>
            <a:off x="1238291" y="4654455"/>
            <a:ext cx="9889937" cy="89563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latin typeface="Barlow" panose="00000500000000000000" pitchFamily="2" charset="0"/>
              </a:rPr>
              <a:t>Software example</a:t>
            </a:r>
            <a:r>
              <a:rPr lang="en-US" sz="1800" dirty="0">
                <a:solidFill>
                  <a:schemeClr val="tx1"/>
                </a:solidFill>
                <a:latin typeface="Barlow" panose="00000500000000000000" pitchFamily="2" charset="0"/>
              </a:rPr>
              <a:t>: GenAI writes a login API; an AI agent understands, plans, codes, tests, debugs, and repeats.  (</a:t>
            </a:r>
            <a:r>
              <a:rPr lang="en-US" sz="1800" b="1" dirty="0">
                <a:solidFill>
                  <a:schemeClr val="tx1"/>
                </a:solidFill>
                <a:latin typeface="Barlow" panose="00000500000000000000" pitchFamily="2" charset="0"/>
              </a:rPr>
              <a:t>Answering questions</a:t>
            </a:r>
            <a:r>
              <a:rPr lang="en-US" sz="1800" dirty="0">
                <a:solidFill>
                  <a:schemeClr val="tx1"/>
                </a:solidFill>
                <a:latin typeface="Barlow" panose="00000500000000000000" pitchFamily="2" charset="0"/>
              </a:rPr>
              <a:t> → </a:t>
            </a:r>
            <a:r>
              <a:rPr lang="en-US" sz="1800" b="1" dirty="0">
                <a:solidFill>
                  <a:schemeClr val="tx1"/>
                </a:solidFill>
                <a:latin typeface="Barlow" panose="00000500000000000000" pitchFamily="2" charset="0"/>
              </a:rPr>
              <a:t>Completing tasks</a:t>
            </a:r>
            <a:r>
              <a:rPr lang="en-US" sz="1800" dirty="0">
                <a:solidFill>
                  <a:schemeClr val="tx1"/>
                </a:solidFill>
                <a:latin typeface="Barlow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9591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>
          <a:extLst>
            <a:ext uri="{FF2B5EF4-FFF2-40B4-BE49-F238E27FC236}">
              <a16:creationId xmlns:a16="http://schemas.microsoft.com/office/drawing/2014/main" id="{3BDE8335-8D9A-9C4B-00FC-BACEBA03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0">
            <a:extLst>
              <a:ext uri="{FF2B5EF4-FFF2-40B4-BE49-F238E27FC236}">
                <a16:creationId xmlns:a16="http://schemas.microsoft.com/office/drawing/2014/main" id="{7C5624C3-ECED-1C61-F6CA-7F69503724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13961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dirty="0"/>
              <a:t>What is Agentic AI?</a:t>
            </a:r>
            <a:br>
              <a:rPr lang="en-IN" dirty="0"/>
            </a:br>
            <a:r>
              <a:rPr lang="en-US" sz="2133" dirty="0">
                <a:latin typeface="Barlow" panose="00000500000000000000" pitchFamily="2" charset="0"/>
              </a:rPr>
              <a:t>Agentic AI pursues a goal through reasoning, planning, tool use, observation, and iterative actions.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483" name="Google Shape;1483;p40">
            <a:extLst>
              <a:ext uri="{FF2B5EF4-FFF2-40B4-BE49-F238E27FC236}">
                <a16:creationId xmlns:a16="http://schemas.microsoft.com/office/drawing/2014/main" id="{B0DF8D84-E9C3-5E24-0672-2F71B21C53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05006" y="2870853"/>
            <a:ext cx="3091801" cy="88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/>
              <a:t>Defines the objective and decides the steps to achieve it.</a:t>
            </a:r>
            <a:endParaRPr dirty="0"/>
          </a:p>
        </p:txBody>
      </p:sp>
      <p:sp>
        <p:nvSpPr>
          <p:cNvPr id="1484" name="Google Shape;1484;p40">
            <a:extLst>
              <a:ext uri="{FF2B5EF4-FFF2-40B4-BE49-F238E27FC236}">
                <a16:creationId xmlns:a16="http://schemas.microsoft.com/office/drawing/2014/main" id="{38B8D7ED-F0F0-F55B-55F5-297D6230EB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833456" y="2870853"/>
            <a:ext cx="3368400" cy="100674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/>
              <a:t>Uses tools or APIs to perform the planned action.</a:t>
            </a:r>
            <a:endParaRPr dirty="0"/>
          </a:p>
        </p:txBody>
      </p:sp>
      <p:sp>
        <p:nvSpPr>
          <p:cNvPr id="1485" name="Google Shape;1485;p40">
            <a:extLst>
              <a:ext uri="{FF2B5EF4-FFF2-40B4-BE49-F238E27FC236}">
                <a16:creationId xmlns:a16="http://schemas.microsoft.com/office/drawing/2014/main" id="{3DEA6C4D-80F3-5AF7-6B01-5630484FF5B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005005" y="4782058"/>
            <a:ext cx="3368400" cy="10456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/>
              <a:t>Checks the result and gathers new information.</a:t>
            </a:r>
          </a:p>
        </p:txBody>
      </p:sp>
      <p:sp>
        <p:nvSpPr>
          <p:cNvPr id="1486" name="Google Shape;1486;p40">
            <a:extLst>
              <a:ext uri="{FF2B5EF4-FFF2-40B4-BE49-F238E27FC236}">
                <a16:creationId xmlns:a16="http://schemas.microsoft.com/office/drawing/2014/main" id="{B23AF193-A8F1-826D-9437-DB7D8290D90E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833456" y="4782059"/>
            <a:ext cx="3368400" cy="88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/>
              <a:t>Act Again: Evaluates the result and adjusts the next action if needed.</a:t>
            </a:r>
          </a:p>
        </p:txBody>
      </p:sp>
      <p:sp>
        <p:nvSpPr>
          <p:cNvPr id="1487" name="Google Shape;1487;p40">
            <a:extLst>
              <a:ext uri="{FF2B5EF4-FFF2-40B4-BE49-F238E27FC236}">
                <a16:creationId xmlns:a16="http://schemas.microsoft.com/office/drawing/2014/main" id="{9FB45651-39B5-F97B-79BD-C202AEBF573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005005" y="2282337"/>
            <a:ext cx="3810023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3200" dirty="0"/>
              <a:t>Goal → Plan</a:t>
            </a:r>
          </a:p>
        </p:txBody>
      </p:sp>
      <p:sp>
        <p:nvSpPr>
          <p:cNvPr id="1488" name="Google Shape;1488;p40">
            <a:extLst>
              <a:ext uri="{FF2B5EF4-FFF2-40B4-BE49-F238E27FC236}">
                <a16:creationId xmlns:a16="http://schemas.microsoft.com/office/drawing/2014/main" id="{246CA1B1-6F78-C371-A879-F7AAC8AA306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833450" y="2282337"/>
            <a:ext cx="3588833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3200" dirty="0"/>
              <a:t>Act</a:t>
            </a:r>
            <a:endParaRPr sz="3200" dirty="0"/>
          </a:p>
        </p:txBody>
      </p:sp>
      <p:sp>
        <p:nvSpPr>
          <p:cNvPr id="1489" name="Google Shape;1489;p40">
            <a:extLst>
              <a:ext uri="{FF2B5EF4-FFF2-40B4-BE49-F238E27FC236}">
                <a16:creationId xmlns:a16="http://schemas.microsoft.com/office/drawing/2014/main" id="{BCF70591-2171-AF92-D4B9-0C691CEEE99B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005005" y="4193540"/>
            <a:ext cx="3588833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3200" dirty="0"/>
              <a:t>Observe </a:t>
            </a:r>
            <a:endParaRPr sz="3200" dirty="0"/>
          </a:p>
        </p:txBody>
      </p:sp>
      <p:sp>
        <p:nvSpPr>
          <p:cNvPr id="1490" name="Google Shape;1490;p40">
            <a:extLst>
              <a:ext uri="{FF2B5EF4-FFF2-40B4-BE49-F238E27FC236}">
                <a16:creationId xmlns:a16="http://schemas.microsoft.com/office/drawing/2014/main" id="{AC5E2D01-A30F-EAB0-6601-6983FD472DF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6833452" y="4193540"/>
            <a:ext cx="4623980" cy="763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3200" dirty="0"/>
              <a:t>Evaluate → Act again</a:t>
            </a:r>
          </a:p>
        </p:txBody>
      </p:sp>
      <p:grpSp>
        <p:nvGrpSpPr>
          <p:cNvPr id="1491" name="Google Shape;1491;p40">
            <a:extLst>
              <a:ext uri="{FF2B5EF4-FFF2-40B4-BE49-F238E27FC236}">
                <a16:creationId xmlns:a16="http://schemas.microsoft.com/office/drawing/2014/main" id="{ADD1022B-C50B-E6B3-8071-BB1C5F524EFB}"/>
              </a:ext>
            </a:extLst>
          </p:cNvPr>
          <p:cNvGrpSpPr/>
          <p:nvPr/>
        </p:nvGrpSpPr>
        <p:grpSpPr>
          <a:xfrm>
            <a:off x="1400933" y="4342640"/>
            <a:ext cx="301800" cy="465400"/>
            <a:chOff x="1155600" y="1566875"/>
            <a:chExt cx="226350" cy="349050"/>
          </a:xfrm>
        </p:grpSpPr>
        <p:sp>
          <p:nvSpPr>
            <p:cNvPr id="1492" name="Google Shape;1492;p40">
              <a:extLst>
                <a:ext uri="{FF2B5EF4-FFF2-40B4-BE49-F238E27FC236}">
                  <a16:creationId xmlns:a16="http://schemas.microsoft.com/office/drawing/2014/main" id="{0B71DD09-9A24-0BD6-E435-8386566DE2AB}"/>
                </a:ext>
              </a:extLst>
            </p:cNvPr>
            <p:cNvSpPr/>
            <p:nvPr/>
          </p:nvSpPr>
          <p:spPr>
            <a:xfrm>
              <a:off x="1155600" y="1873950"/>
              <a:ext cx="226350" cy="41975"/>
            </a:xfrm>
            <a:custGeom>
              <a:avLst/>
              <a:gdLst/>
              <a:ahLst/>
              <a:cxnLst/>
              <a:rect l="l" t="t" r="r" b="b"/>
              <a:pathLst>
                <a:path w="9054" h="1679" extrusionOk="0">
                  <a:moveTo>
                    <a:pt x="1" y="0"/>
                  </a:moveTo>
                  <a:lnTo>
                    <a:pt x="1" y="1679"/>
                  </a:lnTo>
                  <a:lnTo>
                    <a:pt x="9053" y="1679"/>
                  </a:lnTo>
                  <a:lnTo>
                    <a:pt x="90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93" name="Google Shape;1493;p40">
              <a:extLst>
                <a:ext uri="{FF2B5EF4-FFF2-40B4-BE49-F238E27FC236}">
                  <a16:creationId xmlns:a16="http://schemas.microsoft.com/office/drawing/2014/main" id="{BEB15AC3-277B-C602-019C-36045B66DF05}"/>
                </a:ext>
              </a:extLst>
            </p:cNvPr>
            <p:cNvSpPr/>
            <p:nvPr/>
          </p:nvSpPr>
          <p:spPr>
            <a:xfrm>
              <a:off x="1155600" y="1566875"/>
              <a:ext cx="226350" cy="50900"/>
            </a:xfrm>
            <a:custGeom>
              <a:avLst/>
              <a:gdLst/>
              <a:ahLst/>
              <a:cxnLst/>
              <a:rect l="l" t="t" r="r" b="b"/>
              <a:pathLst>
                <a:path w="9054" h="2036" extrusionOk="0">
                  <a:moveTo>
                    <a:pt x="1" y="0"/>
                  </a:moveTo>
                  <a:lnTo>
                    <a:pt x="1" y="1382"/>
                  </a:lnTo>
                  <a:lnTo>
                    <a:pt x="2264" y="1382"/>
                  </a:lnTo>
                  <a:lnTo>
                    <a:pt x="2810" y="2035"/>
                  </a:lnTo>
                  <a:lnTo>
                    <a:pt x="6244" y="2035"/>
                  </a:lnTo>
                  <a:lnTo>
                    <a:pt x="6790" y="1382"/>
                  </a:lnTo>
                  <a:lnTo>
                    <a:pt x="9053" y="1382"/>
                  </a:lnTo>
                  <a:lnTo>
                    <a:pt x="90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94" name="Google Shape;1494;p40">
              <a:extLst>
                <a:ext uri="{FF2B5EF4-FFF2-40B4-BE49-F238E27FC236}">
                  <a16:creationId xmlns:a16="http://schemas.microsoft.com/office/drawing/2014/main" id="{E78E4D5F-769F-5320-B883-17CEFB345855}"/>
                </a:ext>
              </a:extLst>
            </p:cNvPr>
            <p:cNvSpPr/>
            <p:nvPr/>
          </p:nvSpPr>
          <p:spPr>
            <a:xfrm>
              <a:off x="1252250" y="1723200"/>
              <a:ext cx="33100" cy="52725"/>
            </a:xfrm>
            <a:custGeom>
              <a:avLst/>
              <a:gdLst/>
              <a:ahLst/>
              <a:cxnLst/>
              <a:rect l="l" t="t" r="r" b="b"/>
              <a:pathLst>
                <a:path w="1324" h="2109" extrusionOk="0">
                  <a:moveTo>
                    <a:pt x="662" y="0"/>
                  </a:moveTo>
                  <a:cubicBezTo>
                    <a:pt x="296" y="0"/>
                    <a:pt x="0" y="298"/>
                    <a:pt x="0" y="662"/>
                  </a:cubicBezTo>
                  <a:lnTo>
                    <a:pt x="0" y="1447"/>
                  </a:lnTo>
                  <a:cubicBezTo>
                    <a:pt x="0" y="1811"/>
                    <a:pt x="296" y="2108"/>
                    <a:pt x="662" y="2108"/>
                  </a:cubicBezTo>
                  <a:cubicBezTo>
                    <a:pt x="1027" y="2108"/>
                    <a:pt x="1323" y="1811"/>
                    <a:pt x="1323" y="1447"/>
                  </a:cubicBezTo>
                  <a:lnTo>
                    <a:pt x="1323" y="662"/>
                  </a:lnTo>
                  <a:cubicBezTo>
                    <a:pt x="1323" y="298"/>
                    <a:pt x="1027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95" name="Google Shape;1495;p40">
              <a:extLst>
                <a:ext uri="{FF2B5EF4-FFF2-40B4-BE49-F238E27FC236}">
                  <a16:creationId xmlns:a16="http://schemas.microsoft.com/office/drawing/2014/main" id="{487DADD2-1D97-7D65-24B7-737374E4222F}"/>
                </a:ext>
              </a:extLst>
            </p:cNvPr>
            <p:cNvSpPr/>
            <p:nvPr/>
          </p:nvSpPr>
          <p:spPr>
            <a:xfrm>
              <a:off x="1155600" y="1621850"/>
              <a:ext cx="226350" cy="231700"/>
            </a:xfrm>
            <a:custGeom>
              <a:avLst/>
              <a:gdLst/>
              <a:ahLst/>
              <a:cxnLst/>
              <a:rect l="l" t="t" r="r" b="b"/>
              <a:pathLst>
                <a:path w="9054" h="9268" extrusionOk="0">
                  <a:moveTo>
                    <a:pt x="6886" y="2445"/>
                  </a:moveTo>
                  <a:lnTo>
                    <a:pt x="6886" y="4473"/>
                  </a:lnTo>
                  <a:lnTo>
                    <a:pt x="5986" y="4473"/>
                  </a:lnTo>
                  <a:cubicBezTo>
                    <a:pt x="5999" y="4552"/>
                    <a:pt x="6008" y="4633"/>
                    <a:pt x="6008" y="4716"/>
                  </a:cubicBezTo>
                  <a:lnTo>
                    <a:pt x="6008" y="5501"/>
                  </a:lnTo>
                  <a:cubicBezTo>
                    <a:pt x="6008" y="5542"/>
                    <a:pt x="6004" y="5585"/>
                    <a:pt x="6001" y="5627"/>
                  </a:cubicBezTo>
                  <a:lnTo>
                    <a:pt x="6886" y="5627"/>
                  </a:lnTo>
                  <a:lnTo>
                    <a:pt x="6886" y="7654"/>
                  </a:lnTo>
                  <a:lnTo>
                    <a:pt x="6067" y="7654"/>
                  </a:lnTo>
                  <a:lnTo>
                    <a:pt x="6067" y="6445"/>
                  </a:lnTo>
                  <a:lnTo>
                    <a:pt x="5665" y="6445"/>
                  </a:lnTo>
                  <a:cubicBezTo>
                    <a:pt x="5394" y="6771"/>
                    <a:pt x="4984" y="6979"/>
                    <a:pt x="4528" y="6979"/>
                  </a:cubicBezTo>
                  <a:cubicBezTo>
                    <a:pt x="4070" y="6979"/>
                    <a:pt x="3661" y="6771"/>
                    <a:pt x="3389" y="6445"/>
                  </a:cubicBezTo>
                  <a:lnTo>
                    <a:pt x="2987" y="6445"/>
                  </a:lnTo>
                  <a:lnTo>
                    <a:pt x="2987" y="7654"/>
                  </a:lnTo>
                  <a:lnTo>
                    <a:pt x="2170" y="7654"/>
                  </a:lnTo>
                  <a:lnTo>
                    <a:pt x="2170" y="5627"/>
                  </a:lnTo>
                  <a:lnTo>
                    <a:pt x="3053" y="5627"/>
                  </a:lnTo>
                  <a:cubicBezTo>
                    <a:pt x="3050" y="5585"/>
                    <a:pt x="3048" y="5542"/>
                    <a:pt x="3048" y="5501"/>
                  </a:cubicBezTo>
                  <a:lnTo>
                    <a:pt x="3048" y="4716"/>
                  </a:lnTo>
                  <a:cubicBezTo>
                    <a:pt x="3048" y="4633"/>
                    <a:pt x="3055" y="4552"/>
                    <a:pt x="3068" y="4473"/>
                  </a:cubicBezTo>
                  <a:lnTo>
                    <a:pt x="2170" y="4473"/>
                  </a:lnTo>
                  <a:lnTo>
                    <a:pt x="2170" y="2445"/>
                  </a:lnTo>
                  <a:lnTo>
                    <a:pt x="2987" y="2445"/>
                  </a:lnTo>
                  <a:lnTo>
                    <a:pt x="2987" y="3654"/>
                  </a:lnTo>
                  <a:lnTo>
                    <a:pt x="3498" y="3654"/>
                  </a:lnTo>
                  <a:cubicBezTo>
                    <a:pt x="3670" y="3487"/>
                    <a:pt x="3881" y="3363"/>
                    <a:pt x="4118" y="3294"/>
                  </a:cubicBezTo>
                  <a:lnTo>
                    <a:pt x="4118" y="2445"/>
                  </a:lnTo>
                  <a:lnTo>
                    <a:pt x="4936" y="2445"/>
                  </a:lnTo>
                  <a:lnTo>
                    <a:pt x="4936" y="3294"/>
                  </a:lnTo>
                  <a:cubicBezTo>
                    <a:pt x="5173" y="3363"/>
                    <a:pt x="5384" y="3487"/>
                    <a:pt x="5556" y="3654"/>
                  </a:cubicBezTo>
                  <a:lnTo>
                    <a:pt x="6067" y="3654"/>
                  </a:lnTo>
                  <a:lnTo>
                    <a:pt x="6067" y="2445"/>
                  </a:lnTo>
                  <a:close/>
                  <a:moveTo>
                    <a:pt x="1" y="0"/>
                  </a:moveTo>
                  <a:lnTo>
                    <a:pt x="1" y="9268"/>
                  </a:lnTo>
                  <a:lnTo>
                    <a:pt x="9053" y="9268"/>
                  </a:lnTo>
                  <a:lnTo>
                    <a:pt x="9053" y="0"/>
                  </a:lnTo>
                  <a:lnTo>
                    <a:pt x="7173" y="0"/>
                  </a:lnTo>
                  <a:lnTo>
                    <a:pt x="6628" y="655"/>
                  </a:lnTo>
                  <a:lnTo>
                    <a:pt x="2428" y="655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496" name="Google Shape;1496;p40">
            <a:extLst>
              <a:ext uri="{FF2B5EF4-FFF2-40B4-BE49-F238E27FC236}">
                <a16:creationId xmlns:a16="http://schemas.microsoft.com/office/drawing/2014/main" id="{93F8C0BB-A466-AD73-06D3-E9670FE3FB08}"/>
              </a:ext>
            </a:extLst>
          </p:cNvPr>
          <p:cNvGrpSpPr/>
          <p:nvPr/>
        </p:nvGrpSpPr>
        <p:grpSpPr>
          <a:xfrm>
            <a:off x="6147052" y="4342625"/>
            <a:ext cx="465400" cy="465433"/>
            <a:chOff x="7887000" y="3247475"/>
            <a:chExt cx="349050" cy="349075"/>
          </a:xfrm>
        </p:grpSpPr>
        <p:sp>
          <p:nvSpPr>
            <p:cNvPr id="1497" name="Google Shape;1497;p40">
              <a:extLst>
                <a:ext uri="{FF2B5EF4-FFF2-40B4-BE49-F238E27FC236}">
                  <a16:creationId xmlns:a16="http://schemas.microsoft.com/office/drawing/2014/main" id="{AC1AAAA0-8823-97B1-88EB-5C499427C1DA}"/>
                </a:ext>
              </a:extLst>
            </p:cNvPr>
            <p:cNvSpPr/>
            <p:nvPr/>
          </p:nvSpPr>
          <p:spPr>
            <a:xfrm>
              <a:off x="8039475" y="3351950"/>
              <a:ext cx="44100" cy="34525"/>
            </a:xfrm>
            <a:custGeom>
              <a:avLst/>
              <a:gdLst/>
              <a:ahLst/>
              <a:cxnLst/>
              <a:rect l="l" t="t" r="r" b="b"/>
              <a:pathLst>
                <a:path w="1764" h="1381" extrusionOk="0">
                  <a:moveTo>
                    <a:pt x="882" y="0"/>
                  </a:moveTo>
                  <a:cubicBezTo>
                    <a:pt x="396" y="0"/>
                    <a:pt x="1" y="395"/>
                    <a:pt x="1" y="881"/>
                  </a:cubicBezTo>
                  <a:lnTo>
                    <a:pt x="1" y="1381"/>
                  </a:lnTo>
                  <a:lnTo>
                    <a:pt x="1763" y="1381"/>
                  </a:lnTo>
                  <a:lnTo>
                    <a:pt x="1763" y="881"/>
                  </a:lnTo>
                  <a:cubicBezTo>
                    <a:pt x="1763" y="395"/>
                    <a:pt x="1368" y="0"/>
                    <a:pt x="8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98" name="Google Shape;1498;p40">
              <a:extLst>
                <a:ext uri="{FF2B5EF4-FFF2-40B4-BE49-F238E27FC236}">
                  <a16:creationId xmlns:a16="http://schemas.microsoft.com/office/drawing/2014/main" id="{DEB52B48-03C8-BCB9-9AF4-D1C5CEDAA2AC}"/>
                </a:ext>
              </a:extLst>
            </p:cNvPr>
            <p:cNvSpPr/>
            <p:nvPr/>
          </p:nvSpPr>
          <p:spPr>
            <a:xfrm>
              <a:off x="8020625" y="3406925"/>
              <a:ext cx="81800" cy="72075"/>
            </a:xfrm>
            <a:custGeom>
              <a:avLst/>
              <a:gdLst/>
              <a:ahLst/>
              <a:cxnLst/>
              <a:rect l="l" t="t" r="r" b="b"/>
              <a:pathLst>
                <a:path w="3272" h="2883" extrusionOk="0">
                  <a:moveTo>
                    <a:pt x="1" y="0"/>
                  </a:moveTo>
                  <a:lnTo>
                    <a:pt x="1" y="2882"/>
                  </a:lnTo>
                  <a:lnTo>
                    <a:pt x="1227" y="2882"/>
                  </a:lnTo>
                  <a:lnTo>
                    <a:pt x="1227" y="931"/>
                  </a:lnTo>
                  <a:lnTo>
                    <a:pt x="2044" y="931"/>
                  </a:lnTo>
                  <a:lnTo>
                    <a:pt x="2044" y="2882"/>
                  </a:lnTo>
                  <a:lnTo>
                    <a:pt x="3271" y="2882"/>
                  </a:lnTo>
                  <a:lnTo>
                    <a:pt x="32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99" name="Google Shape;1499;p40">
              <a:extLst>
                <a:ext uri="{FF2B5EF4-FFF2-40B4-BE49-F238E27FC236}">
                  <a16:creationId xmlns:a16="http://schemas.microsoft.com/office/drawing/2014/main" id="{4F75B257-0412-77FB-6BD2-A89DA66E60FC}"/>
                </a:ext>
              </a:extLst>
            </p:cNvPr>
            <p:cNvSpPr/>
            <p:nvPr/>
          </p:nvSpPr>
          <p:spPr>
            <a:xfrm>
              <a:off x="7887000" y="3247475"/>
              <a:ext cx="349050" cy="349075"/>
            </a:xfrm>
            <a:custGeom>
              <a:avLst/>
              <a:gdLst/>
              <a:ahLst/>
              <a:cxnLst/>
              <a:rect l="l" t="t" r="r" b="b"/>
              <a:pathLst>
                <a:path w="13962" h="13963" extrusionOk="0">
                  <a:moveTo>
                    <a:pt x="6981" y="3361"/>
                  </a:moveTo>
                  <a:cubicBezTo>
                    <a:pt x="7917" y="3361"/>
                    <a:pt x="8679" y="4123"/>
                    <a:pt x="8679" y="5060"/>
                  </a:cubicBezTo>
                  <a:lnTo>
                    <a:pt x="8679" y="5560"/>
                  </a:lnTo>
                  <a:lnTo>
                    <a:pt x="9433" y="5560"/>
                  </a:lnTo>
                  <a:lnTo>
                    <a:pt x="9433" y="10077"/>
                  </a:lnTo>
                  <a:lnTo>
                    <a:pt x="4527" y="10077"/>
                  </a:lnTo>
                  <a:lnTo>
                    <a:pt x="4527" y="5560"/>
                  </a:lnTo>
                  <a:lnTo>
                    <a:pt x="5281" y="5560"/>
                  </a:lnTo>
                  <a:lnTo>
                    <a:pt x="5281" y="5060"/>
                  </a:lnTo>
                  <a:cubicBezTo>
                    <a:pt x="5281" y="4123"/>
                    <a:pt x="6043" y="3361"/>
                    <a:pt x="6981" y="3361"/>
                  </a:cubicBezTo>
                  <a:close/>
                  <a:moveTo>
                    <a:pt x="1282" y="1"/>
                  </a:moveTo>
                  <a:cubicBezTo>
                    <a:pt x="576" y="1"/>
                    <a:pt x="0" y="576"/>
                    <a:pt x="0" y="1284"/>
                  </a:cubicBezTo>
                  <a:cubicBezTo>
                    <a:pt x="0" y="1846"/>
                    <a:pt x="366" y="2326"/>
                    <a:pt x="873" y="2498"/>
                  </a:cubicBezTo>
                  <a:lnTo>
                    <a:pt x="873" y="4179"/>
                  </a:lnTo>
                  <a:lnTo>
                    <a:pt x="2454" y="4179"/>
                  </a:lnTo>
                  <a:cubicBezTo>
                    <a:pt x="2016" y="4884"/>
                    <a:pt x="1736" y="5699"/>
                    <a:pt x="1670" y="6573"/>
                  </a:cubicBezTo>
                  <a:lnTo>
                    <a:pt x="410" y="6573"/>
                  </a:lnTo>
                  <a:lnTo>
                    <a:pt x="410" y="7392"/>
                  </a:lnTo>
                  <a:lnTo>
                    <a:pt x="1670" y="7392"/>
                  </a:lnTo>
                  <a:cubicBezTo>
                    <a:pt x="1736" y="8265"/>
                    <a:pt x="2016" y="9080"/>
                    <a:pt x="2454" y="9786"/>
                  </a:cubicBezTo>
                  <a:lnTo>
                    <a:pt x="873" y="9786"/>
                  </a:lnTo>
                  <a:lnTo>
                    <a:pt x="873" y="11467"/>
                  </a:lnTo>
                  <a:cubicBezTo>
                    <a:pt x="366" y="11638"/>
                    <a:pt x="0" y="12117"/>
                    <a:pt x="0" y="12681"/>
                  </a:cubicBezTo>
                  <a:cubicBezTo>
                    <a:pt x="0" y="13389"/>
                    <a:pt x="576" y="13962"/>
                    <a:pt x="1282" y="13962"/>
                  </a:cubicBezTo>
                  <a:cubicBezTo>
                    <a:pt x="1989" y="13962"/>
                    <a:pt x="2563" y="13389"/>
                    <a:pt x="2563" y="12681"/>
                  </a:cubicBezTo>
                  <a:cubicBezTo>
                    <a:pt x="2563" y="12117"/>
                    <a:pt x="2198" y="11638"/>
                    <a:pt x="1692" y="11467"/>
                  </a:cubicBezTo>
                  <a:lnTo>
                    <a:pt x="1692" y="10604"/>
                  </a:lnTo>
                  <a:lnTo>
                    <a:pt x="3080" y="10604"/>
                  </a:lnTo>
                  <a:cubicBezTo>
                    <a:pt x="3965" y="11558"/>
                    <a:pt x="5197" y="12188"/>
                    <a:pt x="6571" y="12293"/>
                  </a:cubicBezTo>
                  <a:lnTo>
                    <a:pt x="6571" y="13554"/>
                  </a:lnTo>
                  <a:lnTo>
                    <a:pt x="7389" y="13554"/>
                  </a:lnTo>
                  <a:lnTo>
                    <a:pt x="7389" y="12293"/>
                  </a:lnTo>
                  <a:cubicBezTo>
                    <a:pt x="8765" y="12188"/>
                    <a:pt x="9995" y="11558"/>
                    <a:pt x="10881" y="10604"/>
                  </a:cubicBezTo>
                  <a:lnTo>
                    <a:pt x="12270" y="10604"/>
                  </a:lnTo>
                  <a:lnTo>
                    <a:pt x="12270" y="11467"/>
                  </a:lnTo>
                  <a:cubicBezTo>
                    <a:pt x="11764" y="11638"/>
                    <a:pt x="11397" y="12117"/>
                    <a:pt x="11397" y="12681"/>
                  </a:cubicBezTo>
                  <a:cubicBezTo>
                    <a:pt x="11397" y="13389"/>
                    <a:pt x="11973" y="13962"/>
                    <a:pt x="12680" y="13962"/>
                  </a:cubicBezTo>
                  <a:cubicBezTo>
                    <a:pt x="13386" y="13962"/>
                    <a:pt x="13962" y="13389"/>
                    <a:pt x="13962" y="12681"/>
                  </a:cubicBezTo>
                  <a:cubicBezTo>
                    <a:pt x="13962" y="12117"/>
                    <a:pt x="13595" y="11638"/>
                    <a:pt x="13089" y="11467"/>
                  </a:cubicBezTo>
                  <a:lnTo>
                    <a:pt x="13089" y="9786"/>
                  </a:lnTo>
                  <a:lnTo>
                    <a:pt x="11506" y="9786"/>
                  </a:lnTo>
                  <a:cubicBezTo>
                    <a:pt x="11946" y="9080"/>
                    <a:pt x="12224" y="8265"/>
                    <a:pt x="12292" y="7392"/>
                  </a:cubicBezTo>
                  <a:lnTo>
                    <a:pt x="13552" y="7392"/>
                  </a:lnTo>
                  <a:lnTo>
                    <a:pt x="13552" y="6573"/>
                  </a:lnTo>
                  <a:lnTo>
                    <a:pt x="12292" y="6573"/>
                  </a:lnTo>
                  <a:cubicBezTo>
                    <a:pt x="12224" y="5699"/>
                    <a:pt x="11946" y="4885"/>
                    <a:pt x="11506" y="4179"/>
                  </a:cubicBezTo>
                  <a:lnTo>
                    <a:pt x="13089" y="4179"/>
                  </a:lnTo>
                  <a:lnTo>
                    <a:pt x="13089" y="2498"/>
                  </a:lnTo>
                  <a:cubicBezTo>
                    <a:pt x="13595" y="2326"/>
                    <a:pt x="13962" y="1846"/>
                    <a:pt x="13962" y="1284"/>
                  </a:cubicBezTo>
                  <a:cubicBezTo>
                    <a:pt x="13962" y="576"/>
                    <a:pt x="13386" y="1"/>
                    <a:pt x="12680" y="1"/>
                  </a:cubicBezTo>
                  <a:cubicBezTo>
                    <a:pt x="11973" y="1"/>
                    <a:pt x="11397" y="576"/>
                    <a:pt x="11397" y="1284"/>
                  </a:cubicBezTo>
                  <a:cubicBezTo>
                    <a:pt x="11397" y="1846"/>
                    <a:pt x="11764" y="2326"/>
                    <a:pt x="12270" y="2498"/>
                  </a:cubicBezTo>
                  <a:lnTo>
                    <a:pt x="12270" y="3361"/>
                  </a:lnTo>
                  <a:lnTo>
                    <a:pt x="10881" y="3361"/>
                  </a:lnTo>
                  <a:cubicBezTo>
                    <a:pt x="9995" y="2407"/>
                    <a:pt x="8765" y="1777"/>
                    <a:pt x="7389" y="1671"/>
                  </a:cubicBezTo>
                  <a:lnTo>
                    <a:pt x="7389" y="411"/>
                  </a:lnTo>
                  <a:lnTo>
                    <a:pt x="6571" y="411"/>
                  </a:lnTo>
                  <a:lnTo>
                    <a:pt x="6571" y="1671"/>
                  </a:lnTo>
                  <a:cubicBezTo>
                    <a:pt x="5197" y="1777"/>
                    <a:pt x="3965" y="2407"/>
                    <a:pt x="3080" y="3361"/>
                  </a:cubicBezTo>
                  <a:lnTo>
                    <a:pt x="1692" y="3361"/>
                  </a:lnTo>
                  <a:lnTo>
                    <a:pt x="1692" y="2498"/>
                  </a:lnTo>
                  <a:cubicBezTo>
                    <a:pt x="2198" y="2326"/>
                    <a:pt x="2563" y="1846"/>
                    <a:pt x="2563" y="1284"/>
                  </a:cubicBezTo>
                  <a:cubicBezTo>
                    <a:pt x="2563" y="576"/>
                    <a:pt x="1989" y="1"/>
                    <a:pt x="1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500" name="Google Shape;1500;p40">
            <a:extLst>
              <a:ext uri="{FF2B5EF4-FFF2-40B4-BE49-F238E27FC236}">
                <a16:creationId xmlns:a16="http://schemas.microsoft.com/office/drawing/2014/main" id="{7DCB48BF-3895-4BCC-95FA-6D451DAC8CCF}"/>
              </a:ext>
            </a:extLst>
          </p:cNvPr>
          <p:cNvGrpSpPr/>
          <p:nvPr/>
        </p:nvGrpSpPr>
        <p:grpSpPr>
          <a:xfrm>
            <a:off x="1319118" y="2431455"/>
            <a:ext cx="465433" cy="465367"/>
            <a:chOff x="1868675" y="3784775"/>
            <a:chExt cx="349075" cy="349025"/>
          </a:xfrm>
        </p:grpSpPr>
        <p:sp>
          <p:nvSpPr>
            <p:cNvPr id="1501" name="Google Shape;1501;p40">
              <a:extLst>
                <a:ext uri="{FF2B5EF4-FFF2-40B4-BE49-F238E27FC236}">
                  <a16:creationId xmlns:a16="http://schemas.microsoft.com/office/drawing/2014/main" id="{353AC118-73E0-7000-A7B9-03698F3DB88E}"/>
                </a:ext>
              </a:extLst>
            </p:cNvPr>
            <p:cNvSpPr/>
            <p:nvPr/>
          </p:nvSpPr>
          <p:spPr>
            <a:xfrm>
              <a:off x="1952425" y="3784775"/>
              <a:ext cx="181575" cy="99925"/>
            </a:xfrm>
            <a:custGeom>
              <a:avLst/>
              <a:gdLst/>
              <a:ahLst/>
              <a:cxnLst/>
              <a:rect l="l" t="t" r="r" b="b"/>
              <a:pathLst>
                <a:path w="7263" h="3997" extrusionOk="0">
                  <a:moveTo>
                    <a:pt x="3632" y="0"/>
                  </a:moveTo>
                  <a:cubicBezTo>
                    <a:pt x="1991" y="0"/>
                    <a:pt x="566" y="1167"/>
                    <a:pt x="245" y="2776"/>
                  </a:cubicBezTo>
                  <a:lnTo>
                    <a:pt x="1" y="3996"/>
                  </a:lnTo>
                  <a:cubicBezTo>
                    <a:pt x="1107" y="3376"/>
                    <a:pt x="2344" y="3052"/>
                    <a:pt x="3632" y="3052"/>
                  </a:cubicBezTo>
                  <a:cubicBezTo>
                    <a:pt x="4920" y="3052"/>
                    <a:pt x="6158" y="3376"/>
                    <a:pt x="7263" y="3996"/>
                  </a:cubicBezTo>
                  <a:lnTo>
                    <a:pt x="7018" y="2776"/>
                  </a:lnTo>
                  <a:cubicBezTo>
                    <a:pt x="6697" y="1167"/>
                    <a:pt x="5272" y="0"/>
                    <a:pt x="3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2" name="Google Shape;1502;p40">
              <a:extLst>
                <a:ext uri="{FF2B5EF4-FFF2-40B4-BE49-F238E27FC236}">
                  <a16:creationId xmlns:a16="http://schemas.microsoft.com/office/drawing/2014/main" id="{BD0F2947-87CE-3291-9DBB-602AE00CC2EA}"/>
                </a:ext>
              </a:extLst>
            </p:cNvPr>
            <p:cNvSpPr/>
            <p:nvPr/>
          </p:nvSpPr>
          <p:spPr>
            <a:xfrm>
              <a:off x="2089625" y="3894050"/>
              <a:ext cx="47075" cy="81425"/>
            </a:xfrm>
            <a:custGeom>
              <a:avLst/>
              <a:gdLst/>
              <a:ahLst/>
              <a:cxnLst/>
              <a:rect l="l" t="t" r="r" b="b"/>
              <a:pathLst>
                <a:path w="1883" h="3257" extrusionOk="0">
                  <a:moveTo>
                    <a:pt x="664" y="1"/>
                  </a:moveTo>
                  <a:lnTo>
                    <a:pt x="664" y="1553"/>
                  </a:lnTo>
                  <a:cubicBezTo>
                    <a:pt x="664" y="2210"/>
                    <a:pt x="412" y="2807"/>
                    <a:pt x="0" y="3256"/>
                  </a:cubicBezTo>
                  <a:lnTo>
                    <a:pt x="1016" y="3256"/>
                  </a:lnTo>
                  <a:lnTo>
                    <a:pt x="1882" y="656"/>
                  </a:lnTo>
                  <a:cubicBezTo>
                    <a:pt x="1497" y="391"/>
                    <a:pt x="1087" y="173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3" name="Google Shape;1503;p40">
              <a:extLst>
                <a:ext uri="{FF2B5EF4-FFF2-40B4-BE49-F238E27FC236}">
                  <a16:creationId xmlns:a16="http://schemas.microsoft.com/office/drawing/2014/main" id="{4F67054C-BC24-876C-C77F-F62F4C56A4E4}"/>
                </a:ext>
              </a:extLst>
            </p:cNvPr>
            <p:cNvSpPr/>
            <p:nvPr/>
          </p:nvSpPr>
          <p:spPr>
            <a:xfrm>
              <a:off x="2000625" y="3881750"/>
              <a:ext cx="85175" cy="93725"/>
            </a:xfrm>
            <a:custGeom>
              <a:avLst/>
              <a:gdLst/>
              <a:ahLst/>
              <a:cxnLst/>
              <a:rect l="l" t="t" r="r" b="b"/>
              <a:pathLst>
                <a:path w="3407" h="3749" extrusionOk="0">
                  <a:moveTo>
                    <a:pt x="1704" y="1"/>
                  </a:moveTo>
                  <a:cubicBezTo>
                    <a:pt x="1131" y="1"/>
                    <a:pt x="558" y="74"/>
                    <a:pt x="1" y="220"/>
                  </a:cubicBezTo>
                  <a:lnTo>
                    <a:pt x="1" y="2045"/>
                  </a:lnTo>
                  <a:cubicBezTo>
                    <a:pt x="1" y="2985"/>
                    <a:pt x="765" y="3748"/>
                    <a:pt x="1704" y="3748"/>
                  </a:cubicBezTo>
                  <a:cubicBezTo>
                    <a:pt x="2643" y="3748"/>
                    <a:pt x="3407" y="2985"/>
                    <a:pt x="3407" y="2045"/>
                  </a:cubicBezTo>
                  <a:lnTo>
                    <a:pt x="3407" y="220"/>
                  </a:lnTo>
                  <a:cubicBezTo>
                    <a:pt x="2850" y="74"/>
                    <a:pt x="2277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4" name="Google Shape;1504;p40">
              <a:extLst>
                <a:ext uri="{FF2B5EF4-FFF2-40B4-BE49-F238E27FC236}">
                  <a16:creationId xmlns:a16="http://schemas.microsoft.com/office/drawing/2014/main" id="{96623282-C09C-CF72-DEBC-B888CDCF63AD}"/>
                </a:ext>
              </a:extLst>
            </p:cNvPr>
            <p:cNvSpPr/>
            <p:nvPr/>
          </p:nvSpPr>
          <p:spPr>
            <a:xfrm>
              <a:off x="1949750" y="3894050"/>
              <a:ext cx="47050" cy="81425"/>
            </a:xfrm>
            <a:custGeom>
              <a:avLst/>
              <a:gdLst/>
              <a:ahLst/>
              <a:cxnLst/>
              <a:rect l="l" t="t" r="r" b="b"/>
              <a:pathLst>
                <a:path w="1882" h="3257" extrusionOk="0">
                  <a:moveTo>
                    <a:pt x="1219" y="1"/>
                  </a:moveTo>
                  <a:cubicBezTo>
                    <a:pt x="796" y="173"/>
                    <a:pt x="386" y="391"/>
                    <a:pt x="0" y="656"/>
                  </a:cubicBezTo>
                  <a:lnTo>
                    <a:pt x="867" y="3256"/>
                  </a:lnTo>
                  <a:lnTo>
                    <a:pt x="1882" y="3256"/>
                  </a:lnTo>
                  <a:cubicBezTo>
                    <a:pt x="1470" y="2808"/>
                    <a:pt x="1219" y="2210"/>
                    <a:pt x="1219" y="1553"/>
                  </a:cubicBezTo>
                  <a:lnTo>
                    <a:pt x="12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5" name="Google Shape;1505;p40">
              <a:extLst>
                <a:ext uri="{FF2B5EF4-FFF2-40B4-BE49-F238E27FC236}">
                  <a16:creationId xmlns:a16="http://schemas.microsoft.com/office/drawing/2014/main" id="{66C0B13D-0339-9BF4-BD9C-7DEC7019153E}"/>
                </a:ext>
              </a:extLst>
            </p:cNvPr>
            <p:cNvSpPr/>
            <p:nvPr/>
          </p:nvSpPr>
          <p:spPr>
            <a:xfrm>
              <a:off x="1868675" y="4030725"/>
              <a:ext cx="57150" cy="103075"/>
            </a:xfrm>
            <a:custGeom>
              <a:avLst/>
              <a:gdLst/>
              <a:ahLst/>
              <a:cxnLst/>
              <a:rect l="l" t="t" r="r" b="b"/>
              <a:pathLst>
                <a:path w="2286" h="4123" extrusionOk="0">
                  <a:moveTo>
                    <a:pt x="1687" y="0"/>
                  </a:moveTo>
                  <a:cubicBezTo>
                    <a:pt x="877" y="790"/>
                    <a:pt x="1" y="2050"/>
                    <a:pt x="1" y="3295"/>
                  </a:cubicBezTo>
                  <a:lnTo>
                    <a:pt x="1" y="4122"/>
                  </a:lnTo>
                  <a:lnTo>
                    <a:pt x="2286" y="4122"/>
                  </a:lnTo>
                  <a:lnTo>
                    <a:pt x="16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6" name="Google Shape;1506;p40">
              <a:extLst>
                <a:ext uri="{FF2B5EF4-FFF2-40B4-BE49-F238E27FC236}">
                  <a16:creationId xmlns:a16="http://schemas.microsoft.com/office/drawing/2014/main" id="{0BF5BD35-111C-5411-8AFA-E563919221B0}"/>
                </a:ext>
              </a:extLst>
            </p:cNvPr>
            <p:cNvSpPr/>
            <p:nvPr/>
          </p:nvSpPr>
          <p:spPr>
            <a:xfrm>
              <a:off x="2027050" y="4048650"/>
              <a:ext cx="32350" cy="32400"/>
            </a:xfrm>
            <a:custGeom>
              <a:avLst/>
              <a:gdLst/>
              <a:ahLst/>
              <a:cxnLst/>
              <a:rect l="l" t="t" r="r" b="b"/>
              <a:pathLst>
                <a:path w="1294" h="1296" extrusionOk="0">
                  <a:moveTo>
                    <a:pt x="647" y="1"/>
                  </a:moveTo>
                  <a:cubicBezTo>
                    <a:pt x="290" y="1"/>
                    <a:pt x="0" y="292"/>
                    <a:pt x="0" y="647"/>
                  </a:cubicBezTo>
                  <a:cubicBezTo>
                    <a:pt x="0" y="1004"/>
                    <a:pt x="290" y="1295"/>
                    <a:pt x="647" y="1295"/>
                  </a:cubicBezTo>
                  <a:cubicBezTo>
                    <a:pt x="1004" y="1295"/>
                    <a:pt x="1293" y="1004"/>
                    <a:pt x="1293" y="647"/>
                  </a:cubicBezTo>
                  <a:cubicBezTo>
                    <a:pt x="1293" y="292"/>
                    <a:pt x="1004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7" name="Google Shape;1507;p40">
              <a:extLst>
                <a:ext uri="{FF2B5EF4-FFF2-40B4-BE49-F238E27FC236}">
                  <a16:creationId xmlns:a16="http://schemas.microsoft.com/office/drawing/2014/main" id="{F9B11321-7071-72A4-99EF-B2F78A7F6726}"/>
                </a:ext>
              </a:extLst>
            </p:cNvPr>
            <p:cNvSpPr/>
            <p:nvPr/>
          </p:nvSpPr>
          <p:spPr>
            <a:xfrm>
              <a:off x="1926475" y="3995875"/>
              <a:ext cx="233525" cy="137925"/>
            </a:xfrm>
            <a:custGeom>
              <a:avLst/>
              <a:gdLst/>
              <a:ahLst/>
              <a:cxnLst/>
              <a:rect l="l" t="t" r="r" b="b"/>
              <a:pathLst>
                <a:path w="9341" h="5517" extrusionOk="0">
                  <a:moveTo>
                    <a:pt x="4670" y="1295"/>
                  </a:moveTo>
                  <a:cubicBezTo>
                    <a:pt x="5477" y="1295"/>
                    <a:pt x="6135" y="1951"/>
                    <a:pt x="6135" y="2758"/>
                  </a:cubicBezTo>
                  <a:cubicBezTo>
                    <a:pt x="6135" y="3567"/>
                    <a:pt x="5477" y="4223"/>
                    <a:pt x="4670" y="4223"/>
                  </a:cubicBezTo>
                  <a:cubicBezTo>
                    <a:pt x="3863" y="4223"/>
                    <a:pt x="3205" y="3567"/>
                    <a:pt x="3205" y="2758"/>
                  </a:cubicBezTo>
                  <a:cubicBezTo>
                    <a:pt x="3205" y="1951"/>
                    <a:pt x="3863" y="1295"/>
                    <a:pt x="4670" y="1295"/>
                  </a:cubicBezTo>
                  <a:close/>
                  <a:moveTo>
                    <a:pt x="0" y="0"/>
                  </a:moveTo>
                  <a:lnTo>
                    <a:pt x="801" y="5516"/>
                  </a:lnTo>
                  <a:lnTo>
                    <a:pt x="8539" y="5516"/>
                  </a:lnTo>
                  <a:lnTo>
                    <a:pt x="9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08" name="Google Shape;1508;p40">
              <a:extLst>
                <a:ext uri="{FF2B5EF4-FFF2-40B4-BE49-F238E27FC236}">
                  <a16:creationId xmlns:a16="http://schemas.microsoft.com/office/drawing/2014/main" id="{792E2ABE-DE2D-CCC0-D719-6133ECAED1DC}"/>
                </a:ext>
              </a:extLst>
            </p:cNvPr>
            <p:cNvSpPr/>
            <p:nvPr/>
          </p:nvSpPr>
          <p:spPr>
            <a:xfrm>
              <a:off x="2160550" y="4030725"/>
              <a:ext cx="57200" cy="103075"/>
            </a:xfrm>
            <a:custGeom>
              <a:avLst/>
              <a:gdLst/>
              <a:ahLst/>
              <a:cxnLst/>
              <a:rect l="l" t="t" r="r" b="b"/>
              <a:pathLst>
                <a:path w="2288" h="4123" extrusionOk="0">
                  <a:moveTo>
                    <a:pt x="601" y="0"/>
                  </a:moveTo>
                  <a:lnTo>
                    <a:pt x="1" y="4122"/>
                  </a:lnTo>
                  <a:lnTo>
                    <a:pt x="2287" y="4122"/>
                  </a:lnTo>
                  <a:lnTo>
                    <a:pt x="2287" y="3295"/>
                  </a:lnTo>
                  <a:cubicBezTo>
                    <a:pt x="2287" y="2050"/>
                    <a:pt x="1409" y="790"/>
                    <a:pt x="6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509" name="Google Shape;1509;p40">
            <a:extLst>
              <a:ext uri="{FF2B5EF4-FFF2-40B4-BE49-F238E27FC236}">
                <a16:creationId xmlns:a16="http://schemas.microsoft.com/office/drawing/2014/main" id="{FC602D9A-740C-D16A-BCA2-1B1746BE0362}"/>
              </a:ext>
            </a:extLst>
          </p:cNvPr>
          <p:cNvGrpSpPr/>
          <p:nvPr/>
        </p:nvGrpSpPr>
        <p:grpSpPr>
          <a:xfrm>
            <a:off x="6172569" y="2431455"/>
            <a:ext cx="414367" cy="465367"/>
            <a:chOff x="2638025" y="2674650"/>
            <a:chExt cx="310775" cy="349025"/>
          </a:xfrm>
        </p:grpSpPr>
        <p:sp>
          <p:nvSpPr>
            <p:cNvPr id="1510" name="Google Shape;1510;p40">
              <a:extLst>
                <a:ext uri="{FF2B5EF4-FFF2-40B4-BE49-F238E27FC236}">
                  <a16:creationId xmlns:a16="http://schemas.microsoft.com/office/drawing/2014/main" id="{1CBC9E87-D878-4F61-DB8C-1F648DFBFF97}"/>
                </a:ext>
              </a:extLst>
            </p:cNvPr>
            <p:cNvSpPr/>
            <p:nvPr/>
          </p:nvSpPr>
          <p:spPr>
            <a:xfrm>
              <a:off x="2856475" y="2755750"/>
              <a:ext cx="92325" cy="81625"/>
            </a:xfrm>
            <a:custGeom>
              <a:avLst/>
              <a:gdLst/>
              <a:ahLst/>
              <a:cxnLst/>
              <a:rect l="l" t="t" r="r" b="b"/>
              <a:pathLst>
                <a:path w="3693" h="3265" extrusionOk="0">
                  <a:moveTo>
                    <a:pt x="1" y="1"/>
                  </a:moveTo>
                  <a:lnTo>
                    <a:pt x="1" y="3265"/>
                  </a:lnTo>
                  <a:lnTo>
                    <a:pt x="1438" y="3265"/>
                  </a:lnTo>
                  <a:lnTo>
                    <a:pt x="1438" y="1188"/>
                  </a:lnTo>
                  <a:lnTo>
                    <a:pt x="2256" y="1188"/>
                  </a:lnTo>
                  <a:lnTo>
                    <a:pt x="2256" y="3265"/>
                  </a:lnTo>
                  <a:lnTo>
                    <a:pt x="3693" y="3265"/>
                  </a:lnTo>
                  <a:lnTo>
                    <a:pt x="36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1" name="Google Shape;1511;p40">
              <a:extLst>
                <a:ext uri="{FF2B5EF4-FFF2-40B4-BE49-F238E27FC236}">
                  <a16:creationId xmlns:a16="http://schemas.microsoft.com/office/drawing/2014/main" id="{120526B3-CB7E-689F-C991-5676B62716AF}"/>
                </a:ext>
              </a:extLst>
            </p:cNvPr>
            <p:cNvSpPr/>
            <p:nvPr/>
          </p:nvSpPr>
          <p:spPr>
            <a:xfrm>
              <a:off x="2856825" y="2674650"/>
              <a:ext cx="91650" cy="60725"/>
            </a:xfrm>
            <a:custGeom>
              <a:avLst/>
              <a:gdLst/>
              <a:ahLst/>
              <a:cxnLst/>
              <a:rect l="l" t="t" r="r" b="b"/>
              <a:pathLst>
                <a:path w="3666" h="2429" extrusionOk="0">
                  <a:moveTo>
                    <a:pt x="1834" y="1"/>
                  </a:moveTo>
                  <a:cubicBezTo>
                    <a:pt x="822" y="1"/>
                    <a:pt x="0" y="823"/>
                    <a:pt x="0" y="1833"/>
                  </a:cubicBezTo>
                  <a:lnTo>
                    <a:pt x="0" y="2428"/>
                  </a:lnTo>
                  <a:lnTo>
                    <a:pt x="819" y="2428"/>
                  </a:lnTo>
                  <a:lnTo>
                    <a:pt x="819" y="1833"/>
                  </a:lnTo>
                  <a:cubicBezTo>
                    <a:pt x="819" y="1274"/>
                    <a:pt x="1273" y="818"/>
                    <a:pt x="1834" y="818"/>
                  </a:cubicBezTo>
                  <a:cubicBezTo>
                    <a:pt x="2393" y="818"/>
                    <a:pt x="2847" y="1274"/>
                    <a:pt x="2847" y="1833"/>
                  </a:cubicBezTo>
                  <a:lnTo>
                    <a:pt x="2847" y="2428"/>
                  </a:lnTo>
                  <a:lnTo>
                    <a:pt x="3666" y="2428"/>
                  </a:lnTo>
                  <a:lnTo>
                    <a:pt x="3666" y="1833"/>
                  </a:lnTo>
                  <a:cubicBezTo>
                    <a:pt x="3666" y="823"/>
                    <a:pt x="2844" y="1"/>
                    <a:pt x="1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2" name="Google Shape;1512;p40">
              <a:extLst>
                <a:ext uri="{FF2B5EF4-FFF2-40B4-BE49-F238E27FC236}">
                  <a16:creationId xmlns:a16="http://schemas.microsoft.com/office/drawing/2014/main" id="{C9104C56-614A-4D0F-58EB-7B60C9030062}"/>
                </a:ext>
              </a:extLst>
            </p:cNvPr>
            <p:cNvSpPr/>
            <p:nvPr/>
          </p:nvSpPr>
          <p:spPr>
            <a:xfrm>
              <a:off x="2638025" y="2759650"/>
              <a:ext cx="264025" cy="234400"/>
            </a:xfrm>
            <a:custGeom>
              <a:avLst/>
              <a:gdLst/>
              <a:ahLst/>
              <a:cxnLst/>
              <a:rect l="l" t="t" r="r" b="b"/>
              <a:pathLst>
                <a:path w="10561" h="9376" extrusionOk="0">
                  <a:moveTo>
                    <a:pt x="5280" y="0"/>
                  </a:moveTo>
                  <a:cubicBezTo>
                    <a:pt x="2368" y="0"/>
                    <a:pt x="0" y="2370"/>
                    <a:pt x="0" y="5281"/>
                  </a:cubicBezTo>
                  <a:cubicBezTo>
                    <a:pt x="0" y="6931"/>
                    <a:pt x="761" y="8406"/>
                    <a:pt x="1950" y="9375"/>
                  </a:cubicBezTo>
                  <a:lnTo>
                    <a:pt x="1950" y="8686"/>
                  </a:lnTo>
                  <a:cubicBezTo>
                    <a:pt x="1950" y="7500"/>
                    <a:pt x="2719" y="6490"/>
                    <a:pt x="3785" y="6129"/>
                  </a:cubicBezTo>
                  <a:cubicBezTo>
                    <a:pt x="3474" y="5777"/>
                    <a:pt x="3284" y="5316"/>
                    <a:pt x="3284" y="4810"/>
                  </a:cubicBezTo>
                  <a:cubicBezTo>
                    <a:pt x="3284" y="3711"/>
                    <a:pt x="4180" y="2814"/>
                    <a:pt x="5280" y="2814"/>
                  </a:cubicBezTo>
                  <a:cubicBezTo>
                    <a:pt x="6381" y="2814"/>
                    <a:pt x="7276" y="3711"/>
                    <a:pt x="7276" y="4810"/>
                  </a:cubicBezTo>
                  <a:cubicBezTo>
                    <a:pt x="7276" y="5316"/>
                    <a:pt x="7087" y="5777"/>
                    <a:pt x="6776" y="6129"/>
                  </a:cubicBezTo>
                  <a:cubicBezTo>
                    <a:pt x="7841" y="6490"/>
                    <a:pt x="8610" y="7500"/>
                    <a:pt x="8610" y="8686"/>
                  </a:cubicBezTo>
                  <a:lnTo>
                    <a:pt x="8610" y="9375"/>
                  </a:lnTo>
                  <a:cubicBezTo>
                    <a:pt x="9799" y="8406"/>
                    <a:pt x="10561" y="6931"/>
                    <a:pt x="10561" y="5281"/>
                  </a:cubicBezTo>
                  <a:cubicBezTo>
                    <a:pt x="10561" y="4813"/>
                    <a:pt x="10498" y="4359"/>
                    <a:pt x="10384" y="3925"/>
                  </a:cubicBezTo>
                  <a:lnTo>
                    <a:pt x="7922" y="3925"/>
                  </a:lnTo>
                  <a:lnTo>
                    <a:pt x="7922" y="711"/>
                  </a:lnTo>
                  <a:cubicBezTo>
                    <a:pt x="7145" y="260"/>
                    <a:pt x="6242" y="0"/>
                    <a:pt x="5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3" name="Google Shape;1513;p40">
              <a:extLst>
                <a:ext uri="{FF2B5EF4-FFF2-40B4-BE49-F238E27FC236}">
                  <a16:creationId xmlns:a16="http://schemas.microsoft.com/office/drawing/2014/main" id="{8E6F2808-7922-94D3-C9E0-63037FABC597}"/>
                </a:ext>
              </a:extLst>
            </p:cNvPr>
            <p:cNvSpPr/>
            <p:nvPr/>
          </p:nvSpPr>
          <p:spPr>
            <a:xfrm>
              <a:off x="2740575" y="2850450"/>
              <a:ext cx="58900" cy="58900"/>
            </a:xfrm>
            <a:custGeom>
              <a:avLst/>
              <a:gdLst/>
              <a:ahLst/>
              <a:cxnLst/>
              <a:rect l="l" t="t" r="r" b="b"/>
              <a:pathLst>
                <a:path w="2356" h="2356" extrusionOk="0">
                  <a:moveTo>
                    <a:pt x="1178" y="1"/>
                  </a:moveTo>
                  <a:cubicBezTo>
                    <a:pt x="528" y="1"/>
                    <a:pt x="1" y="528"/>
                    <a:pt x="1" y="1178"/>
                  </a:cubicBezTo>
                  <a:cubicBezTo>
                    <a:pt x="1" y="1828"/>
                    <a:pt x="528" y="2355"/>
                    <a:pt x="1178" y="2355"/>
                  </a:cubicBezTo>
                  <a:cubicBezTo>
                    <a:pt x="1828" y="2355"/>
                    <a:pt x="2355" y="1828"/>
                    <a:pt x="2355" y="1178"/>
                  </a:cubicBezTo>
                  <a:cubicBezTo>
                    <a:pt x="2355" y="530"/>
                    <a:pt x="1828" y="1"/>
                    <a:pt x="1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4" name="Google Shape;1514;p40">
              <a:extLst>
                <a:ext uri="{FF2B5EF4-FFF2-40B4-BE49-F238E27FC236}">
                  <a16:creationId xmlns:a16="http://schemas.microsoft.com/office/drawing/2014/main" id="{393B46D2-3D2D-9CB0-04FC-E0307042C9A6}"/>
                </a:ext>
              </a:extLst>
            </p:cNvPr>
            <p:cNvSpPr/>
            <p:nvPr/>
          </p:nvSpPr>
          <p:spPr>
            <a:xfrm>
              <a:off x="2707225" y="2929775"/>
              <a:ext cx="125600" cy="93900"/>
            </a:xfrm>
            <a:custGeom>
              <a:avLst/>
              <a:gdLst/>
              <a:ahLst/>
              <a:cxnLst/>
              <a:rect l="l" t="t" r="r" b="b"/>
              <a:pathLst>
                <a:path w="5024" h="3756" extrusionOk="0">
                  <a:moveTo>
                    <a:pt x="1880" y="1"/>
                  </a:moveTo>
                  <a:cubicBezTo>
                    <a:pt x="844" y="1"/>
                    <a:pt x="0" y="844"/>
                    <a:pt x="0" y="1881"/>
                  </a:cubicBezTo>
                  <a:lnTo>
                    <a:pt x="0" y="3119"/>
                  </a:lnTo>
                  <a:cubicBezTo>
                    <a:pt x="748" y="3526"/>
                    <a:pt x="1604" y="3756"/>
                    <a:pt x="2512" y="3756"/>
                  </a:cubicBezTo>
                  <a:cubicBezTo>
                    <a:pt x="3421" y="3756"/>
                    <a:pt x="4276" y="3526"/>
                    <a:pt x="5023" y="3119"/>
                  </a:cubicBezTo>
                  <a:lnTo>
                    <a:pt x="5023" y="1881"/>
                  </a:lnTo>
                  <a:cubicBezTo>
                    <a:pt x="5023" y="844"/>
                    <a:pt x="4180" y="1"/>
                    <a:pt x="3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515" name="Google Shape;1515;p40">
            <a:extLst>
              <a:ext uri="{FF2B5EF4-FFF2-40B4-BE49-F238E27FC236}">
                <a16:creationId xmlns:a16="http://schemas.microsoft.com/office/drawing/2014/main" id="{5A26AC1A-23E9-0BF4-D28F-CFD57D0F1919}"/>
              </a:ext>
            </a:extLst>
          </p:cNvPr>
          <p:cNvGrpSpPr/>
          <p:nvPr/>
        </p:nvGrpSpPr>
        <p:grpSpPr>
          <a:xfrm>
            <a:off x="9988309" y="610661"/>
            <a:ext cx="1615483" cy="584068"/>
            <a:chOff x="175552" y="1101686"/>
            <a:chExt cx="520944" cy="188336"/>
          </a:xfrm>
        </p:grpSpPr>
        <p:sp>
          <p:nvSpPr>
            <p:cNvPr id="1516" name="Google Shape;1516;p40">
              <a:extLst>
                <a:ext uri="{FF2B5EF4-FFF2-40B4-BE49-F238E27FC236}">
                  <a16:creationId xmlns:a16="http://schemas.microsoft.com/office/drawing/2014/main" id="{E6F3400F-A2B1-C3ED-BBAD-AC092F54687B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7" name="Google Shape;1517;p40">
              <a:extLst>
                <a:ext uri="{FF2B5EF4-FFF2-40B4-BE49-F238E27FC236}">
                  <a16:creationId xmlns:a16="http://schemas.microsoft.com/office/drawing/2014/main" id="{BEC33C2A-4D3B-921C-7368-35D5E9850FB2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8" name="Google Shape;1518;p40">
              <a:extLst>
                <a:ext uri="{FF2B5EF4-FFF2-40B4-BE49-F238E27FC236}">
                  <a16:creationId xmlns:a16="http://schemas.microsoft.com/office/drawing/2014/main" id="{44F088AB-3029-9FBD-1CBE-25CB44C414CF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19" name="Google Shape;1519;p40">
              <a:extLst>
                <a:ext uri="{FF2B5EF4-FFF2-40B4-BE49-F238E27FC236}">
                  <a16:creationId xmlns:a16="http://schemas.microsoft.com/office/drawing/2014/main" id="{544A5733-83AE-150E-430F-ED4EC3242F6B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0" name="Google Shape;1520;p40">
              <a:extLst>
                <a:ext uri="{FF2B5EF4-FFF2-40B4-BE49-F238E27FC236}">
                  <a16:creationId xmlns:a16="http://schemas.microsoft.com/office/drawing/2014/main" id="{5F3F0288-DDF8-D549-7E18-1526749FB978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1" name="Google Shape;1521;p40">
              <a:extLst>
                <a:ext uri="{FF2B5EF4-FFF2-40B4-BE49-F238E27FC236}">
                  <a16:creationId xmlns:a16="http://schemas.microsoft.com/office/drawing/2014/main" id="{7E8AED26-2313-9F5B-23BC-53ACC58262C7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2" name="Google Shape;1522;p40">
              <a:extLst>
                <a:ext uri="{FF2B5EF4-FFF2-40B4-BE49-F238E27FC236}">
                  <a16:creationId xmlns:a16="http://schemas.microsoft.com/office/drawing/2014/main" id="{4FF9ADFA-5CFA-0E0B-8256-AFAD83A4A528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3" name="Google Shape;1523;p40">
              <a:extLst>
                <a:ext uri="{FF2B5EF4-FFF2-40B4-BE49-F238E27FC236}">
                  <a16:creationId xmlns:a16="http://schemas.microsoft.com/office/drawing/2014/main" id="{482E3126-DD66-2C22-6D73-05D33646BA7D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4" name="Google Shape;1524;p40">
              <a:extLst>
                <a:ext uri="{FF2B5EF4-FFF2-40B4-BE49-F238E27FC236}">
                  <a16:creationId xmlns:a16="http://schemas.microsoft.com/office/drawing/2014/main" id="{4B189256-5C2A-A420-E1F4-3828AA8392D0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5" name="Google Shape;1525;p40">
              <a:extLst>
                <a:ext uri="{FF2B5EF4-FFF2-40B4-BE49-F238E27FC236}">
                  <a16:creationId xmlns:a16="http://schemas.microsoft.com/office/drawing/2014/main" id="{25AF1802-A673-B273-3F48-5E020E709395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6" name="Google Shape;1526;p40">
              <a:extLst>
                <a:ext uri="{FF2B5EF4-FFF2-40B4-BE49-F238E27FC236}">
                  <a16:creationId xmlns:a16="http://schemas.microsoft.com/office/drawing/2014/main" id="{7C496755-5025-73C6-EA42-E2F937C994D4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7" name="Google Shape;1527;p40">
              <a:extLst>
                <a:ext uri="{FF2B5EF4-FFF2-40B4-BE49-F238E27FC236}">
                  <a16:creationId xmlns:a16="http://schemas.microsoft.com/office/drawing/2014/main" id="{2C249D59-58F1-3935-3616-AAA787C532A9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 dirty="0"/>
            </a:p>
          </p:txBody>
        </p:sp>
        <p:sp>
          <p:nvSpPr>
            <p:cNvPr id="1528" name="Google Shape;1528;p40">
              <a:extLst>
                <a:ext uri="{FF2B5EF4-FFF2-40B4-BE49-F238E27FC236}">
                  <a16:creationId xmlns:a16="http://schemas.microsoft.com/office/drawing/2014/main" id="{D4C0F8B2-4D1B-D062-68AA-DB6C879DCA71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29" name="Google Shape;1529;p40">
              <a:extLst>
                <a:ext uri="{FF2B5EF4-FFF2-40B4-BE49-F238E27FC236}">
                  <a16:creationId xmlns:a16="http://schemas.microsoft.com/office/drawing/2014/main" id="{707F7251-AC28-638C-901E-F17A5F47FD83}"/>
                </a:ext>
              </a:extLst>
            </p:cNvPr>
            <p:cNvSpPr/>
            <p:nvPr/>
          </p:nvSpPr>
          <p:spPr>
            <a:xfrm>
              <a:off x="529042" y="117163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0" name="Google Shape;1530;p40">
              <a:extLst>
                <a:ext uri="{FF2B5EF4-FFF2-40B4-BE49-F238E27FC236}">
                  <a16:creationId xmlns:a16="http://schemas.microsoft.com/office/drawing/2014/main" id="{18E81978-B703-62ED-DDCC-5890D0899C24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1" name="Google Shape;1531;p40">
              <a:extLst>
                <a:ext uri="{FF2B5EF4-FFF2-40B4-BE49-F238E27FC236}">
                  <a16:creationId xmlns:a16="http://schemas.microsoft.com/office/drawing/2014/main" id="{9C249DD0-4A8B-4C40-0962-4272A8968FAA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2" name="Google Shape;1532;p40">
              <a:extLst>
                <a:ext uri="{FF2B5EF4-FFF2-40B4-BE49-F238E27FC236}">
                  <a16:creationId xmlns:a16="http://schemas.microsoft.com/office/drawing/2014/main" id="{D274F3A1-1AFE-0024-7657-DFBFDC15C9AB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3" name="Google Shape;1533;p40">
              <a:extLst>
                <a:ext uri="{FF2B5EF4-FFF2-40B4-BE49-F238E27FC236}">
                  <a16:creationId xmlns:a16="http://schemas.microsoft.com/office/drawing/2014/main" id="{273A262C-C061-B108-4F22-D29E1B5F6CD1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4" name="Google Shape;1534;p40">
              <a:extLst>
                <a:ext uri="{FF2B5EF4-FFF2-40B4-BE49-F238E27FC236}">
                  <a16:creationId xmlns:a16="http://schemas.microsoft.com/office/drawing/2014/main" id="{6747050E-534A-5DB7-B83C-1F08877537FD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5" name="Google Shape;1535;p40">
              <a:extLst>
                <a:ext uri="{FF2B5EF4-FFF2-40B4-BE49-F238E27FC236}">
                  <a16:creationId xmlns:a16="http://schemas.microsoft.com/office/drawing/2014/main" id="{11C8D295-EBC1-DD32-7FB7-8625AC0E3FA1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6" name="Google Shape;1536;p40">
              <a:extLst>
                <a:ext uri="{FF2B5EF4-FFF2-40B4-BE49-F238E27FC236}">
                  <a16:creationId xmlns:a16="http://schemas.microsoft.com/office/drawing/2014/main" id="{ADF16621-57C6-4E79-21B6-03A36AB2AD6F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7" name="Google Shape;1537;p40">
              <a:extLst>
                <a:ext uri="{FF2B5EF4-FFF2-40B4-BE49-F238E27FC236}">
                  <a16:creationId xmlns:a16="http://schemas.microsoft.com/office/drawing/2014/main" id="{DAF7F674-2A8F-3FBC-E69E-4A9092C3F990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8" name="Google Shape;1538;p40">
              <a:extLst>
                <a:ext uri="{FF2B5EF4-FFF2-40B4-BE49-F238E27FC236}">
                  <a16:creationId xmlns:a16="http://schemas.microsoft.com/office/drawing/2014/main" id="{DDD8F98F-CEC4-BF1C-E2CF-27EC8452C909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539" name="Google Shape;1539;p40">
              <a:extLst>
                <a:ext uri="{FF2B5EF4-FFF2-40B4-BE49-F238E27FC236}">
                  <a16:creationId xmlns:a16="http://schemas.microsoft.com/office/drawing/2014/main" id="{CBAB05D9-8B51-93A6-86A1-ACABCE79FDCF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540" name="Google Shape;1540;p40">
            <a:extLst>
              <a:ext uri="{FF2B5EF4-FFF2-40B4-BE49-F238E27FC236}">
                <a16:creationId xmlns:a16="http://schemas.microsoft.com/office/drawing/2014/main" id="{83988565-7818-9DCE-EF83-75FEEEAB96BA}"/>
              </a:ext>
            </a:extLst>
          </p:cNvPr>
          <p:cNvSpPr/>
          <p:nvPr/>
        </p:nvSpPr>
        <p:spPr>
          <a:xfrm rot="1771310">
            <a:off x="8989163" y="1416585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1" name="Google Shape;1541;p40">
            <a:extLst>
              <a:ext uri="{FF2B5EF4-FFF2-40B4-BE49-F238E27FC236}">
                <a16:creationId xmlns:a16="http://schemas.microsoft.com/office/drawing/2014/main" id="{08089FF2-3686-0161-AE68-70A68DC56E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10" r="14603"/>
          <a:stretch/>
        </p:blipFill>
        <p:spPr>
          <a:xfrm rot="-758570">
            <a:off x="10753988" y="4766092"/>
            <a:ext cx="820799" cy="95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40">
            <a:extLst>
              <a:ext uri="{FF2B5EF4-FFF2-40B4-BE49-F238E27FC236}">
                <a16:creationId xmlns:a16="http://schemas.microsoft.com/office/drawing/2014/main" id="{D89025D9-0C96-C4DE-3101-0E20D4775F30}"/>
              </a:ext>
            </a:extLst>
          </p:cNvPr>
          <p:cNvSpPr/>
          <p:nvPr/>
        </p:nvSpPr>
        <p:spPr>
          <a:xfrm>
            <a:off x="1111060" y="2282337"/>
            <a:ext cx="881600" cy="7636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543" name="Google Shape;1543;p40">
            <a:extLst>
              <a:ext uri="{FF2B5EF4-FFF2-40B4-BE49-F238E27FC236}">
                <a16:creationId xmlns:a16="http://schemas.microsoft.com/office/drawing/2014/main" id="{478BC0CA-AD55-13D1-3FDB-F45018702E9E}"/>
              </a:ext>
            </a:extLst>
          </p:cNvPr>
          <p:cNvSpPr/>
          <p:nvPr/>
        </p:nvSpPr>
        <p:spPr>
          <a:xfrm>
            <a:off x="1111027" y="4193540"/>
            <a:ext cx="881600" cy="7636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544" name="Google Shape;1544;p40">
            <a:extLst>
              <a:ext uri="{FF2B5EF4-FFF2-40B4-BE49-F238E27FC236}">
                <a16:creationId xmlns:a16="http://schemas.microsoft.com/office/drawing/2014/main" id="{225F77CC-120F-DDE2-6F53-F4027A00BA34}"/>
              </a:ext>
            </a:extLst>
          </p:cNvPr>
          <p:cNvSpPr/>
          <p:nvPr/>
        </p:nvSpPr>
        <p:spPr>
          <a:xfrm>
            <a:off x="5938952" y="2282337"/>
            <a:ext cx="881600" cy="7636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545" name="Google Shape;1545;p40">
            <a:extLst>
              <a:ext uri="{FF2B5EF4-FFF2-40B4-BE49-F238E27FC236}">
                <a16:creationId xmlns:a16="http://schemas.microsoft.com/office/drawing/2014/main" id="{931445CD-7755-B1D5-5FE8-D0FFB1859114}"/>
              </a:ext>
            </a:extLst>
          </p:cNvPr>
          <p:cNvSpPr/>
          <p:nvPr/>
        </p:nvSpPr>
        <p:spPr>
          <a:xfrm>
            <a:off x="5938952" y="4193540"/>
            <a:ext cx="881600" cy="7636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3" name="Google Shape;1260;p36">
            <a:extLst>
              <a:ext uri="{FF2B5EF4-FFF2-40B4-BE49-F238E27FC236}">
                <a16:creationId xmlns:a16="http://schemas.microsoft.com/office/drawing/2014/main" id="{4424C1EE-4C20-CE3B-9447-85710C1F2D50}"/>
              </a:ext>
            </a:extLst>
          </p:cNvPr>
          <p:cNvSpPr/>
          <p:nvPr/>
        </p:nvSpPr>
        <p:spPr>
          <a:xfrm>
            <a:off x="4663440" y="5918928"/>
            <a:ext cx="7171052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endParaRPr sz="1867"/>
          </a:p>
        </p:txBody>
      </p:sp>
      <p:sp>
        <p:nvSpPr>
          <p:cNvPr id="4" name="Google Shape;1276;p36">
            <a:extLst>
              <a:ext uri="{FF2B5EF4-FFF2-40B4-BE49-F238E27FC236}">
                <a16:creationId xmlns:a16="http://schemas.microsoft.com/office/drawing/2014/main" id="{F0FBF4B9-171E-427C-B117-429C5AB699B0}"/>
              </a:ext>
            </a:extLst>
          </p:cNvPr>
          <p:cNvSpPr txBox="1">
            <a:spLocks/>
          </p:cNvSpPr>
          <p:nvPr/>
        </p:nvSpPr>
        <p:spPr>
          <a:xfrm>
            <a:off x="5020056" y="5904228"/>
            <a:ext cx="6611236" cy="5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sz="1867" dirty="0">
                <a:solidFill>
                  <a:schemeClr val="bg1"/>
                </a:solidFill>
              </a:rPr>
              <a:t>Reasoning, Planning, Tools, Memory, Observation, Feedback</a:t>
            </a:r>
            <a:endParaRPr lang="en-IN" sz="18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23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>
          <a:extLst>
            <a:ext uri="{FF2B5EF4-FFF2-40B4-BE49-F238E27FC236}">
              <a16:creationId xmlns:a16="http://schemas.microsoft.com/office/drawing/2014/main" id="{FA7B4E2D-79A4-F5A1-6DFA-FB2E22DF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6" name="Google Shape;2046;p51">
            <a:extLst>
              <a:ext uri="{FF2B5EF4-FFF2-40B4-BE49-F238E27FC236}">
                <a16:creationId xmlns:a16="http://schemas.microsoft.com/office/drawing/2014/main" id="{87041A62-5E66-C600-2985-927F3B6A9E7B}"/>
              </a:ext>
            </a:extLst>
          </p:cNvPr>
          <p:cNvCxnSpPr>
            <a:cxnSpLocks/>
            <a:endCxn id="2048" idx="0"/>
          </p:cNvCxnSpPr>
          <p:nvPr/>
        </p:nvCxnSpPr>
        <p:spPr>
          <a:xfrm>
            <a:off x="2535735" y="3074020"/>
            <a:ext cx="190384" cy="46586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49" name="Google Shape;2049;p51">
            <a:extLst>
              <a:ext uri="{FF2B5EF4-FFF2-40B4-BE49-F238E27FC236}">
                <a16:creationId xmlns:a16="http://schemas.microsoft.com/office/drawing/2014/main" id="{7CCA05D7-509C-FF26-CD8D-55560E0EEF3B}"/>
              </a:ext>
            </a:extLst>
          </p:cNvPr>
          <p:cNvCxnSpPr>
            <a:cxnSpLocks/>
            <a:endCxn id="2051" idx="0"/>
          </p:cNvCxnSpPr>
          <p:nvPr/>
        </p:nvCxnSpPr>
        <p:spPr>
          <a:xfrm>
            <a:off x="7215029" y="3074020"/>
            <a:ext cx="0" cy="479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52" name="Google Shape;2052;p51">
            <a:extLst>
              <a:ext uri="{FF2B5EF4-FFF2-40B4-BE49-F238E27FC236}">
                <a16:creationId xmlns:a16="http://schemas.microsoft.com/office/drawing/2014/main" id="{04B4400B-D9F1-47A2-3BC2-32BE3E558C4E}"/>
              </a:ext>
            </a:extLst>
          </p:cNvPr>
          <p:cNvCxnSpPr>
            <a:cxnSpLocks/>
            <a:endCxn id="2054" idx="2"/>
          </p:cNvCxnSpPr>
          <p:nvPr/>
        </p:nvCxnSpPr>
        <p:spPr>
          <a:xfrm flipH="1" flipV="1">
            <a:off x="9123412" y="4098287"/>
            <a:ext cx="431264" cy="46657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055" name="Google Shape;2055;p51">
            <a:extLst>
              <a:ext uri="{FF2B5EF4-FFF2-40B4-BE49-F238E27FC236}">
                <a16:creationId xmlns:a16="http://schemas.microsoft.com/office/drawing/2014/main" id="{B131E99D-DA0D-96DB-BFEE-B25808638E94}"/>
              </a:ext>
            </a:extLst>
          </p:cNvPr>
          <p:cNvCxnSpPr>
            <a:cxnSpLocks/>
          </p:cNvCxnSpPr>
          <p:nvPr/>
        </p:nvCxnSpPr>
        <p:spPr>
          <a:xfrm rot="10800000">
            <a:off x="4875381" y="4098461"/>
            <a:ext cx="0" cy="466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60" name="Google Shape;2060;p51">
            <a:extLst>
              <a:ext uri="{FF2B5EF4-FFF2-40B4-BE49-F238E27FC236}">
                <a16:creationId xmlns:a16="http://schemas.microsoft.com/office/drawing/2014/main" id="{2819DEBE-C4A9-7EB5-BAF4-E36E54220753}"/>
              </a:ext>
            </a:extLst>
          </p:cNvPr>
          <p:cNvSpPr txBox="1"/>
          <p:nvPr/>
        </p:nvSpPr>
        <p:spPr>
          <a:xfrm flipH="1">
            <a:off x="1022018" y="2604995"/>
            <a:ext cx="8695351" cy="7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sz="1867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 model is the brain; tools give the agent the ability to act.</a:t>
            </a:r>
          </a:p>
        </p:txBody>
      </p:sp>
      <p:sp>
        <p:nvSpPr>
          <p:cNvPr id="2063" name="Google Shape;2063;p51">
            <a:extLst>
              <a:ext uri="{FF2B5EF4-FFF2-40B4-BE49-F238E27FC236}">
                <a16:creationId xmlns:a16="http://schemas.microsoft.com/office/drawing/2014/main" id="{091C85FA-61AA-506E-19C7-5333CEDD5057}"/>
              </a:ext>
            </a:extLst>
          </p:cNvPr>
          <p:cNvSpPr/>
          <p:nvPr/>
        </p:nvSpPr>
        <p:spPr>
          <a:xfrm>
            <a:off x="950967" y="3437287"/>
            <a:ext cx="10272000" cy="763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048" name="Google Shape;2048;p51">
            <a:extLst>
              <a:ext uri="{FF2B5EF4-FFF2-40B4-BE49-F238E27FC236}">
                <a16:creationId xmlns:a16="http://schemas.microsoft.com/office/drawing/2014/main" id="{43138FA1-2166-20EB-0DD2-F03DEF67F312}"/>
              </a:ext>
            </a:extLst>
          </p:cNvPr>
          <p:cNvSpPr/>
          <p:nvPr/>
        </p:nvSpPr>
        <p:spPr>
          <a:xfrm>
            <a:off x="1419734" y="3539887"/>
            <a:ext cx="2612769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867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Tools → APIs</a:t>
            </a:r>
          </a:p>
        </p:txBody>
      </p:sp>
      <p:sp>
        <p:nvSpPr>
          <p:cNvPr id="2064" name="Google Shape;2064;p51">
            <a:extLst>
              <a:ext uri="{FF2B5EF4-FFF2-40B4-BE49-F238E27FC236}">
                <a16:creationId xmlns:a16="http://schemas.microsoft.com/office/drawing/2014/main" id="{20A58957-158C-B928-DC73-799213439619}"/>
              </a:ext>
            </a:extLst>
          </p:cNvPr>
          <p:cNvSpPr/>
          <p:nvPr/>
        </p:nvSpPr>
        <p:spPr>
          <a:xfrm>
            <a:off x="4248517" y="3539887"/>
            <a:ext cx="3094528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867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Memory → Context</a:t>
            </a:r>
          </a:p>
        </p:txBody>
      </p:sp>
      <p:sp>
        <p:nvSpPr>
          <p:cNvPr id="2054" name="Google Shape;2054;p51">
            <a:extLst>
              <a:ext uri="{FF2B5EF4-FFF2-40B4-BE49-F238E27FC236}">
                <a16:creationId xmlns:a16="http://schemas.microsoft.com/office/drawing/2014/main" id="{B6B1AFB1-8C2B-A609-4892-CAC1A5277252}"/>
              </a:ext>
            </a:extLst>
          </p:cNvPr>
          <p:cNvSpPr/>
          <p:nvPr/>
        </p:nvSpPr>
        <p:spPr>
          <a:xfrm>
            <a:off x="7576148" y="3539887"/>
            <a:ext cx="3094528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en-IN" sz="1867" dirty="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RAG → Knowledge</a:t>
            </a:r>
          </a:p>
        </p:txBody>
      </p:sp>
      <p:sp>
        <p:nvSpPr>
          <p:cNvPr id="2065" name="Google Shape;2065;p51">
            <a:extLst>
              <a:ext uri="{FF2B5EF4-FFF2-40B4-BE49-F238E27FC236}">
                <a16:creationId xmlns:a16="http://schemas.microsoft.com/office/drawing/2014/main" id="{B0978B66-976E-7601-727F-2A8698EACD51}"/>
              </a:ext>
            </a:extLst>
          </p:cNvPr>
          <p:cNvSpPr/>
          <p:nvPr/>
        </p:nvSpPr>
        <p:spPr>
          <a:xfrm rot="1771310">
            <a:off x="4324167" y="2137505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066" name="Google Shape;2066;p51">
            <a:extLst>
              <a:ext uri="{FF2B5EF4-FFF2-40B4-BE49-F238E27FC236}">
                <a16:creationId xmlns:a16="http://schemas.microsoft.com/office/drawing/2014/main" id="{9E4F5293-8546-CD46-8749-D4A3358B12AA}"/>
              </a:ext>
            </a:extLst>
          </p:cNvPr>
          <p:cNvSpPr/>
          <p:nvPr/>
        </p:nvSpPr>
        <p:spPr>
          <a:xfrm rot="1771310">
            <a:off x="9802001" y="2257805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2067" name="Google Shape;2067;p51">
            <a:extLst>
              <a:ext uri="{FF2B5EF4-FFF2-40B4-BE49-F238E27FC236}">
                <a16:creationId xmlns:a16="http://schemas.microsoft.com/office/drawing/2014/main" id="{4B633326-9FA4-6790-2B93-199CCC0DB2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1969271" y="5522661"/>
            <a:ext cx="968868" cy="795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8" name="Google Shape;2068;p51">
            <a:extLst>
              <a:ext uri="{FF2B5EF4-FFF2-40B4-BE49-F238E27FC236}">
                <a16:creationId xmlns:a16="http://schemas.microsoft.com/office/drawing/2014/main" id="{E4956F33-3F53-8DBC-3C0C-CFA7924E24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10670666" y="782370"/>
            <a:ext cx="968868" cy="7953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82;p40">
            <a:extLst>
              <a:ext uri="{FF2B5EF4-FFF2-40B4-BE49-F238E27FC236}">
                <a16:creationId xmlns:a16="http://schemas.microsoft.com/office/drawing/2014/main" id="{CD09562E-01E9-A3EC-9784-5A531B71E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13961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Anatomy of an AI Agent</a:t>
            </a:r>
            <a:br>
              <a:rPr lang="en-IN" dirty="0"/>
            </a:br>
            <a:r>
              <a:rPr lang="en-US" sz="2133" dirty="0">
                <a:latin typeface="Barlow" panose="00000500000000000000" pitchFamily="2" charset="0"/>
              </a:rPr>
              <a:t>Goal → AI model / reasoning → Tools, Memory, RAG → Action → Observe → repeat</a:t>
            </a:r>
            <a:endParaRPr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85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>
          <a:extLst>
            <a:ext uri="{FF2B5EF4-FFF2-40B4-BE49-F238E27FC236}">
              <a16:creationId xmlns:a16="http://schemas.microsoft.com/office/drawing/2014/main" id="{D389EDCD-5F1D-201E-BD89-B55FF0386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0">
            <a:extLst>
              <a:ext uri="{FF2B5EF4-FFF2-40B4-BE49-F238E27FC236}">
                <a16:creationId xmlns:a16="http://schemas.microsoft.com/office/drawing/2014/main" id="{2E7E55CE-D9B6-C18F-A428-4AA5C7170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1000352" cy="139618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AI Harness — The Environment Around the Agent</a:t>
            </a:r>
            <a:br>
              <a:rPr lang="en-IN" dirty="0"/>
            </a:br>
            <a:r>
              <a:rPr lang="en-US" sz="2133" dirty="0">
                <a:latin typeface="Barlow" panose="00000500000000000000" pitchFamily="2" charset="0"/>
              </a:rPr>
              <a:t>A harness provides the runtime environment, controls, and infrastructure that help an AI agent operate reliably.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484" name="Google Shape;1484;p40">
            <a:extLst>
              <a:ext uri="{FF2B5EF4-FFF2-40B4-BE49-F238E27FC236}">
                <a16:creationId xmlns:a16="http://schemas.microsoft.com/office/drawing/2014/main" id="{7E668132-4D06-9D60-9BB7-C927EB68816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35740" y="3090310"/>
            <a:ext cx="9166116" cy="55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dirty="0"/>
              <a:t>THE HARNESS SUPPORTS AND CONTROLS THE AGENT</a:t>
            </a:r>
          </a:p>
        </p:txBody>
      </p:sp>
      <p:sp>
        <p:nvSpPr>
          <p:cNvPr id="1540" name="Google Shape;1540;p40">
            <a:extLst>
              <a:ext uri="{FF2B5EF4-FFF2-40B4-BE49-F238E27FC236}">
                <a16:creationId xmlns:a16="http://schemas.microsoft.com/office/drawing/2014/main" id="{3E3DD6B1-53C3-20D8-651F-7F5C056D5BF3}"/>
              </a:ext>
            </a:extLst>
          </p:cNvPr>
          <p:cNvSpPr/>
          <p:nvPr/>
        </p:nvSpPr>
        <p:spPr>
          <a:xfrm rot="1771310">
            <a:off x="8989163" y="1416585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1" name="Google Shape;1541;p40">
            <a:extLst>
              <a:ext uri="{FF2B5EF4-FFF2-40B4-BE49-F238E27FC236}">
                <a16:creationId xmlns:a16="http://schemas.microsoft.com/office/drawing/2014/main" id="{DC59734A-46E6-CA1E-D264-E77AE9E822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610" r="14603"/>
          <a:stretch/>
        </p:blipFill>
        <p:spPr>
          <a:xfrm rot="-758570">
            <a:off x="10753988" y="4766092"/>
            <a:ext cx="820799" cy="9591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6A426C98-1E7E-5491-881E-0C6BAB51C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740" y="2376621"/>
            <a:ext cx="8510595" cy="495158"/>
          </a:xfr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en-US" dirty="0"/>
              <a:t>AI MODEL → AGENT → HARNESS → TOOLS • MEMORY • APIS • EXECUTION</a:t>
            </a:r>
          </a:p>
          <a:p>
            <a:endParaRPr lang="en-IN" dirty="0"/>
          </a:p>
        </p:txBody>
      </p:sp>
      <p:sp>
        <p:nvSpPr>
          <p:cNvPr id="16" name="Google Shape;1484;p40">
            <a:extLst>
              <a:ext uri="{FF2B5EF4-FFF2-40B4-BE49-F238E27FC236}">
                <a16:creationId xmlns:a16="http://schemas.microsoft.com/office/drawing/2014/main" id="{6BE09768-98DA-5800-89EC-82C0D335320C}"/>
              </a:ext>
            </a:extLst>
          </p:cNvPr>
          <p:cNvSpPr txBox="1">
            <a:spLocks/>
          </p:cNvSpPr>
          <p:nvPr/>
        </p:nvSpPr>
        <p:spPr>
          <a:xfrm>
            <a:off x="1032692" y="3590181"/>
            <a:ext cx="3694756" cy="2213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Tool execution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Permissions &amp; security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State &amp; memory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Monitoring &amp; logging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Agent loops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dirty="0"/>
              <a:t>Validation &amp; guardrails, Human approval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17" name="Google Shape;1484;p40">
            <a:extLst>
              <a:ext uri="{FF2B5EF4-FFF2-40B4-BE49-F238E27FC236}">
                <a16:creationId xmlns:a16="http://schemas.microsoft.com/office/drawing/2014/main" id="{F57689D3-EFAD-0AFD-2279-738D81396188}"/>
              </a:ext>
            </a:extLst>
          </p:cNvPr>
          <p:cNvSpPr txBox="1">
            <a:spLocks/>
          </p:cNvSpPr>
          <p:nvPr/>
        </p:nvSpPr>
        <p:spPr>
          <a:xfrm>
            <a:off x="6141140" y="3605420"/>
            <a:ext cx="3694756" cy="2198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Model</a:t>
            </a:r>
            <a:r>
              <a:rPr lang="en-US" dirty="0"/>
              <a:t> = brain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Agent</a:t>
            </a:r>
            <a:r>
              <a:rPr lang="en-US" dirty="0"/>
              <a:t> = decision maker</a:t>
            </a:r>
          </a:p>
          <a:p>
            <a:pPr marL="342900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Harness</a:t>
            </a:r>
            <a:r>
              <a:rPr lang="en-US" dirty="0"/>
              <a:t> = operating environment and control system.</a:t>
            </a:r>
          </a:p>
        </p:txBody>
      </p:sp>
    </p:spTree>
    <p:extLst>
      <p:ext uri="{BB962C8B-B14F-4D97-AF65-F5344CB8AC3E}">
        <p14:creationId xmlns:p14="http://schemas.microsoft.com/office/powerpoint/2010/main" val="3005073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B16F111A-0A39-4119-34A5-C4ABB1DD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E132A95F-5F86-C309-32BE-4643337C2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4"/>
            <a:ext cx="10272000" cy="79539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US" dirty="0"/>
              <a:t>From AI That Generates → AI That Executes</a:t>
            </a:r>
            <a:endParaRPr dirty="0">
              <a:latin typeface="Barlow" panose="00000500000000000000" pitchFamily="2" charset="0"/>
            </a:endParaRPr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CEAF50B5-2748-6048-384D-7BFA8D0912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69337" y="3492760"/>
            <a:ext cx="6794057" cy="61577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en-US" sz="1600" dirty="0"/>
              <a:t>Achieves goals · Goal → Action → Result · Can operate autonomously · Can build, test, and execute tasks</a:t>
            </a:r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18469276-1468-59D6-7B67-09416BCB08D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69331" y="2391749"/>
            <a:ext cx="7838435" cy="71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Creates content · Prompt → Response · Mostly reactive · Generates code</a:t>
            </a:r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96950FFA-B954-C5AD-8C90-3940A2E0A68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869330" y="3142918"/>
            <a:ext cx="6794057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67" b="1" dirty="0"/>
              <a:t>AGENTIC AI</a:t>
            </a:r>
          </a:p>
        </p:txBody>
      </p:sp>
      <p:sp>
        <p:nvSpPr>
          <p:cNvPr id="1383" name="Google Shape;1383;p38">
            <a:extLst>
              <a:ext uri="{FF2B5EF4-FFF2-40B4-BE49-F238E27FC236}">
                <a16:creationId xmlns:a16="http://schemas.microsoft.com/office/drawing/2014/main" id="{41BA6D75-D5B0-3903-4402-8479A7150C9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9331" y="1987027"/>
            <a:ext cx="6747600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667" dirty="0"/>
              <a:t>GENERATIVE AI</a:t>
            </a:r>
            <a:endParaRPr lang="en-US" sz="2667" dirty="0"/>
          </a:p>
        </p:txBody>
      </p: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0835B153-E3C7-F378-6701-4DED3F82E9EA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870F9A97-911A-C3C6-DE95-07FC066BF6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8897966" y="2272203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>
            <a:extLst>
              <a:ext uri="{FF2B5EF4-FFF2-40B4-BE49-F238E27FC236}">
                <a16:creationId xmlns:a16="http://schemas.microsoft.com/office/drawing/2014/main" id="{F3E558ED-979B-7144-6D9D-7F4BFAEA4BBF}"/>
              </a:ext>
            </a:extLst>
          </p:cNvPr>
          <p:cNvGrpSpPr/>
          <p:nvPr/>
        </p:nvGrpSpPr>
        <p:grpSpPr>
          <a:xfrm>
            <a:off x="10175555" y="719345"/>
            <a:ext cx="1615483" cy="584068"/>
            <a:chOff x="175552" y="1101686"/>
            <a:chExt cx="520944" cy="188336"/>
          </a:xfrm>
        </p:grpSpPr>
        <p:sp>
          <p:nvSpPr>
            <p:cNvPr id="1412" name="Google Shape;1412;p38">
              <a:extLst>
                <a:ext uri="{FF2B5EF4-FFF2-40B4-BE49-F238E27FC236}">
                  <a16:creationId xmlns:a16="http://schemas.microsoft.com/office/drawing/2014/main" id="{91601872-57E7-1533-BF81-174EC0FBA7E0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3" name="Google Shape;1413;p38">
              <a:extLst>
                <a:ext uri="{FF2B5EF4-FFF2-40B4-BE49-F238E27FC236}">
                  <a16:creationId xmlns:a16="http://schemas.microsoft.com/office/drawing/2014/main" id="{C65DF8B0-6F7D-1B68-D874-F40B4B1CCAC8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4" name="Google Shape;1414;p38">
              <a:extLst>
                <a:ext uri="{FF2B5EF4-FFF2-40B4-BE49-F238E27FC236}">
                  <a16:creationId xmlns:a16="http://schemas.microsoft.com/office/drawing/2014/main" id="{03E9B176-4DE3-4DD8-E82A-1140572DCB5B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5" name="Google Shape;1415;p38">
              <a:extLst>
                <a:ext uri="{FF2B5EF4-FFF2-40B4-BE49-F238E27FC236}">
                  <a16:creationId xmlns:a16="http://schemas.microsoft.com/office/drawing/2014/main" id="{8233BA2F-C415-0FAA-D457-6591E5B15932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6" name="Google Shape;1416;p38">
              <a:extLst>
                <a:ext uri="{FF2B5EF4-FFF2-40B4-BE49-F238E27FC236}">
                  <a16:creationId xmlns:a16="http://schemas.microsoft.com/office/drawing/2014/main" id="{7781808D-1BDE-01CA-D57E-55AB952821C2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7" name="Google Shape;1417;p38">
              <a:extLst>
                <a:ext uri="{FF2B5EF4-FFF2-40B4-BE49-F238E27FC236}">
                  <a16:creationId xmlns:a16="http://schemas.microsoft.com/office/drawing/2014/main" id="{6EBEF933-566E-0EAE-C6BD-4AE5E140AAC2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8" name="Google Shape;1418;p38">
              <a:extLst>
                <a:ext uri="{FF2B5EF4-FFF2-40B4-BE49-F238E27FC236}">
                  <a16:creationId xmlns:a16="http://schemas.microsoft.com/office/drawing/2014/main" id="{F38600F7-5716-5C7C-959C-8DD3027B50D9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9" name="Google Shape;1419;p38">
              <a:extLst>
                <a:ext uri="{FF2B5EF4-FFF2-40B4-BE49-F238E27FC236}">
                  <a16:creationId xmlns:a16="http://schemas.microsoft.com/office/drawing/2014/main" id="{8EADE7E6-6A2A-2B72-349E-555A0A8F40E6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0" name="Google Shape;1420;p38">
              <a:extLst>
                <a:ext uri="{FF2B5EF4-FFF2-40B4-BE49-F238E27FC236}">
                  <a16:creationId xmlns:a16="http://schemas.microsoft.com/office/drawing/2014/main" id="{548F9A0B-11C0-B8EB-8EF8-32FCA5A4562B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1" name="Google Shape;1421;p38">
              <a:extLst>
                <a:ext uri="{FF2B5EF4-FFF2-40B4-BE49-F238E27FC236}">
                  <a16:creationId xmlns:a16="http://schemas.microsoft.com/office/drawing/2014/main" id="{E189525B-A12E-049D-D3AA-1579ACCE6F48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2" name="Google Shape;1422;p38">
              <a:extLst>
                <a:ext uri="{FF2B5EF4-FFF2-40B4-BE49-F238E27FC236}">
                  <a16:creationId xmlns:a16="http://schemas.microsoft.com/office/drawing/2014/main" id="{A33221A0-C9D4-B7EE-C26B-BE63629E79D3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3" name="Google Shape;1423;p38">
              <a:extLst>
                <a:ext uri="{FF2B5EF4-FFF2-40B4-BE49-F238E27FC236}">
                  <a16:creationId xmlns:a16="http://schemas.microsoft.com/office/drawing/2014/main" id="{3EE3A63C-242F-161F-5789-521C8D9C524D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4" name="Google Shape;1424;p38">
              <a:extLst>
                <a:ext uri="{FF2B5EF4-FFF2-40B4-BE49-F238E27FC236}">
                  <a16:creationId xmlns:a16="http://schemas.microsoft.com/office/drawing/2014/main" id="{A168200D-C566-B6D4-40D0-5E27AB01A7F3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5" name="Google Shape;1425;p38">
              <a:extLst>
                <a:ext uri="{FF2B5EF4-FFF2-40B4-BE49-F238E27FC236}">
                  <a16:creationId xmlns:a16="http://schemas.microsoft.com/office/drawing/2014/main" id="{91E70718-825B-52E5-925E-476BBB80A93F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6" name="Google Shape;1426;p38">
              <a:extLst>
                <a:ext uri="{FF2B5EF4-FFF2-40B4-BE49-F238E27FC236}">
                  <a16:creationId xmlns:a16="http://schemas.microsoft.com/office/drawing/2014/main" id="{21200B3F-64CC-C28E-A63C-2F91F0C48B7A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7" name="Google Shape;1427;p38">
              <a:extLst>
                <a:ext uri="{FF2B5EF4-FFF2-40B4-BE49-F238E27FC236}">
                  <a16:creationId xmlns:a16="http://schemas.microsoft.com/office/drawing/2014/main" id="{BBEFBE0C-B789-1790-39DF-3D45FACFDA3A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8" name="Google Shape;1428;p38">
              <a:extLst>
                <a:ext uri="{FF2B5EF4-FFF2-40B4-BE49-F238E27FC236}">
                  <a16:creationId xmlns:a16="http://schemas.microsoft.com/office/drawing/2014/main" id="{2BC1DF29-023B-E414-95D1-C6F538AA9ABC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9" name="Google Shape;1429;p38">
              <a:extLst>
                <a:ext uri="{FF2B5EF4-FFF2-40B4-BE49-F238E27FC236}">
                  <a16:creationId xmlns:a16="http://schemas.microsoft.com/office/drawing/2014/main" id="{9EE69D4A-0C3A-BF5F-D992-8FAA8042079E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0" name="Google Shape;1430;p38">
              <a:extLst>
                <a:ext uri="{FF2B5EF4-FFF2-40B4-BE49-F238E27FC236}">
                  <a16:creationId xmlns:a16="http://schemas.microsoft.com/office/drawing/2014/main" id="{796A138E-77A8-1753-DCD1-7AE2D426023D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1" name="Google Shape;1431;p38">
              <a:extLst>
                <a:ext uri="{FF2B5EF4-FFF2-40B4-BE49-F238E27FC236}">
                  <a16:creationId xmlns:a16="http://schemas.microsoft.com/office/drawing/2014/main" id="{45E81831-0BF1-DF44-F03F-72D28CAD15D5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2" name="Google Shape;1432;p38">
              <a:extLst>
                <a:ext uri="{FF2B5EF4-FFF2-40B4-BE49-F238E27FC236}">
                  <a16:creationId xmlns:a16="http://schemas.microsoft.com/office/drawing/2014/main" id="{253671D1-2A84-38F1-1721-1A69F5B2AACB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3" name="Google Shape;1433;p38">
              <a:extLst>
                <a:ext uri="{FF2B5EF4-FFF2-40B4-BE49-F238E27FC236}">
                  <a16:creationId xmlns:a16="http://schemas.microsoft.com/office/drawing/2014/main" id="{6DA3B868-5E80-6DD8-087E-8B5802BB107D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4" name="Google Shape;1434;p38">
              <a:extLst>
                <a:ext uri="{FF2B5EF4-FFF2-40B4-BE49-F238E27FC236}">
                  <a16:creationId xmlns:a16="http://schemas.microsoft.com/office/drawing/2014/main" id="{9E25A6BF-3CD2-A9E2-9D2C-464517C2F18F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5" name="Google Shape;1435;p38">
              <a:extLst>
                <a:ext uri="{FF2B5EF4-FFF2-40B4-BE49-F238E27FC236}">
                  <a16:creationId xmlns:a16="http://schemas.microsoft.com/office/drawing/2014/main" id="{CD7FBC71-1C55-3F31-1AE2-C64D9E5A802B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984A1-50D6-802F-0DD0-314E037B09A3}"/>
              </a:ext>
            </a:extLst>
          </p:cNvPr>
          <p:cNvGrpSpPr/>
          <p:nvPr/>
        </p:nvGrpSpPr>
        <p:grpSpPr>
          <a:xfrm>
            <a:off x="1061959" y="3068264"/>
            <a:ext cx="710927" cy="615771"/>
            <a:chOff x="720898" y="2974937"/>
            <a:chExt cx="661200" cy="572700"/>
          </a:xfrm>
        </p:grpSpPr>
        <p:sp>
          <p:nvSpPr>
            <p:cNvPr id="1378" name="Google Shape;1378;p38">
              <a:extLst>
                <a:ext uri="{FF2B5EF4-FFF2-40B4-BE49-F238E27FC236}">
                  <a16:creationId xmlns:a16="http://schemas.microsoft.com/office/drawing/2014/main" id="{E6BA02BE-7B21-51F8-A9E6-C4DE3BDA09B2}"/>
                </a:ext>
              </a:extLst>
            </p:cNvPr>
            <p:cNvSpPr/>
            <p:nvPr/>
          </p:nvSpPr>
          <p:spPr>
            <a:xfrm>
              <a:off x="720898" y="2974937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36" name="Google Shape;1436;p38">
              <a:extLst>
                <a:ext uri="{FF2B5EF4-FFF2-40B4-BE49-F238E27FC236}">
                  <a16:creationId xmlns:a16="http://schemas.microsoft.com/office/drawing/2014/main" id="{1CAC1A38-29CF-891B-BDD3-8F01460C8B3B}"/>
                </a:ext>
              </a:extLst>
            </p:cNvPr>
            <p:cNvGrpSpPr/>
            <p:nvPr/>
          </p:nvGrpSpPr>
          <p:grpSpPr>
            <a:xfrm>
              <a:off x="876973" y="3086749"/>
              <a:ext cx="349050" cy="349075"/>
              <a:chOff x="7146300" y="3247475"/>
              <a:chExt cx="349050" cy="349075"/>
            </a:xfrm>
          </p:grpSpPr>
          <p:sp>
            <p:nvSpPr>
              <p:cNvPr id="1437" name="Google Shape;1437;p38">
                <a:extLst>
                  <a:ext uri="{FF2B5EF4-FFF2-40B4-BE49-F238E27FC236}">
                    <a16:creationId xmlns:a16="http://schemas.microsoft.com/office/drawing/2014/main" id="{DA3444EE-F211-44A8-02F1-C4E88DCC3562}"/>
                  </a:ext>
                </a:extLst>
              </p:cNvPr>
              <p:cNvSpPr/>
              <p:nvPr/>
            </p:nvSpPr>
            <p:spPr>
              <a:xfrm>
                <a:off x="7308500" y="3417450"/>
                <a:ext cx="246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7" extrusionOk="0">
                    <a:moveTo>
                      <a:pt x="493" y="1"/>
                    </a:moveTo>
                    <a:cubicBezTo>
                      <a:pt x="222" y="1"/>
                      <a:pt x="0" y="221"/>
                      <a:pt x="0" y="494"/>
                    </a:cubicBezTo>
                    <a:cubicBezTo>
                      <a:pt x="0" y="765"/>
                      <a:pt x="222" y="986"/>
                      <a:pt x="493" y="986"/>
                    </a:cubicBezTo>
                    <a:cubicBezTo>
                      <a:pt x="766" y="986"/>
                      <a:pt x="986" y="765"/>
                      <a:pt x="986" y="494"/>
                    </a:cubicBezTo>
                    <a:cubicBezTo>
                      <a:pt x="986" y="222"/>
                      <a:pt x="766" y="1"/>
                      <a:pt x="4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8" name="Google Shape;1438;p38">
                <a:extLst>
                  <a:ext uri="{FF2B5EF4-FFF2-40B4-BE49-F238E27FC236}">
                    <a16:creationId xmlns:a16="http://schemas.microsoft.com/office/drawing/2014/main" id="{F8BAFD8D-8051-F4AE-D068-1FED184640C0}"/>
                  </a:ext>
                </a:extLst>
              </p:cNvPr>
              <p:cNvSpPr/>
              <p:nvPr/>
            </p:nvSpPr>
            <p:spPr>
              <a:xfrm>
                <a:off x="7259150" y="3363400"/>
                <a:ext cx="123400" cy="1327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5310" extrusionOk="0">
                    <a:moveTo>
                      <a:pt x="2467" y="1346"/>
                    </a:moveTo>
                    <a:cubicBezTo>
                      <a:pt x="3190" y="1346"/>
                      <a:pt x="3778" y="1933"/>
                      <a:pt x="3778" y="2656"/>
                    </a:cubicBezTo>
                    <a:cubicBezTo>
                      <a:pt x="3778" y="3378"/>
                      <a:pt x="3190" y="3965"/>
                      <a:pt x="2467" y="3965"/>
                    </a:cubicBezTo>
                    <a:cubicBezTo>
                      <a:pt x="1745" y="3965"/>
                      <a:pt x="1158" y="3378"/>
                      <a:pt x="1158" y="2656"/>
                    </a:cubicBezTo>
                    <a:cubicBezTo>
                      <a:pt x="1158" y="1933"/>
                      <a:pt x="1745" y="1346"/>
                      <a:pt x="2467" y="1346"/>
                    </a:cubicBezTo>
                    <a:close/>
                    <a:moveTo>
                      <a:pt x="2130" y="0"/>
                    </a:moveTo>
                    <a:lnTo>
                      <a:pt x="2004" y="533"/>
                    </a:lnTo>
                    <a:lnTo>
                      <a:pt x="1788" y="605"/>
                    </a:lnTo>
                    <a:cubicBezTo>
                      <a:pt x="1508" y="698"/>
                      <a:pt x="1254" y="845"/>
                      <a:pt x="1032" y="1042"/>
                    </a:cubicBezTo>
                    <a:lnTo>
                      <a:pt x="862" y="1194"/>
                    </a:lnTo>
                    <a:lnTo>
                      <a:pt x="338" y="1037"/>
                    </a:lnTo>
                    <a:lnTo>
                      <a:pt x="0" y="1621"/>
                    </a:lnTo>
                    <a:lnTo>
                      <a:pt x="399" y="1994"/>
                    </a:lnTo>
                    <a:lnTo>
                      <a:pt x="352" y="2219"/>
                    </a:lnTo>
                    <a:cubicBezTo>
                      <a:pt x="323" y="2361"/>
                      <a:pt x="308" y="2508"/>
                      <a:pt x="308" y="2656"/>
                    </a:cubicBezTo>
                    <a:cubicBezTo>
                      <a:pt x="308" y="2803"/>
                      <a:pt x="323" y="2950"/>
                      <a:pt x="352" y="3092"/>
                    </a:cubicBezTo>
                    <a:lnTo>
                      <a:pt x="399" y="3315"/>
                    </a:lnTo>
                    <a:lnTo>
                      <a:pt x="0" y="3691"/>
                    </a:lnTo>
                    <a:lnTo>
                      <a:pt x="338" y="4274"/>
                    </a:lnTo>
                    <a:lnTo>
                      <a:pt x="862" y="4117"/>
                    </a:lnTo>
                    <a:lnTo>
                      <a:pt x="1032" y="4269"/>
                    </a:lnTo>
                    <a:cubicBezTo>
                      <a:pt x="1254" y="4466"/>
                      <a:pt x="1508" y="4613"/>
                      <a:pt x="1788" y="4706"/>
                    </a:cubicBezTo>
                    <a:lnTo>
                      <a:pt x="2004" y="4777"/>
                    </a:lnTo>
                    <a:lnTo>
                      <a:pt x="2130" y="5309"/>
                    </a:lnTo>
                    <a:lnTo>
                      <a:pt x="2804" y="5309"/>
                    </a:lnTo>
                    <a:lnTo>
                      <a:pt x="2930" y="4777"/>
                    </a:lnTo>
                    <a:lnTo>
                      <a:pt x="3147" y="4706"/>
                    </a:lnTo>
                    <a:cubicBezTo>
                      <a:pt x="3428" y="4613"/>
                      <a:pt x="3681" y="4466"/>
                      <a:pt x="3902" y="4269"/>
                    </a:cubicBezTo>
                    <a:lnTo>
                      <a:pt x="4074" y="4117"/>
                    </a:lnTo>
                    <a:lnTo>
                      <a:pt x="4598" y="4274"/>
                    </a:lnTo>
                    <a:lnTo>
                      <a:pt x="4936" y="3691"/>
                    </a:lnTo>
                    <a:lnTo>
                      <a:pt x="4537" y="3315"/>
                    </a:lnTo>
                    <a:lnTo>
                      <a:pt x="4584" y="3092"/>
                    </a:lnTo>
                    <a:cubicBezTo>
                      <a:pt x="4612" y="2950"/>
                      <a:pt x="4627" y="2803"/>
                      <a:pt x="4627" y="2656"/>
                    </a:cubicBezTo>
                    <a:cubicBezTo>
                      <a:pt x="4627" y="2508"/>
                      <a:pt x="4613" y="2361"/>
                      <a:pt x="4584" y="2219"/>
                    </a:cubicBezTo>
                    <a:lnTo>
                      <a:pt x="4537" y="1994"/>
                    </a:lnTo>
                    <a:lnTo>
                      <a:pt x="4936" y="1621"/>
                    </a:lnTo>
                    <a:lnTo>
                      <a:pt x="4598" y="1035"/>
                    </a:lnTo>
                    <a:lnTo>
                      <a:pt x="4598" y="1037"/>
                    </a:lnTo>
                    <a:lnTo>
                      <a:pt x="4073" y="1194"/>
                    </a:lnTo>
                    <a:lnTo>
                      <a:pt x="3902" y="1042"/>
                    </a:lnTo>
                    <a:cubicBezTo>
                      <a:pt x="3681" y="845"/>
                      <a:pt x="3426" y="698"/>
                      <a:pt x="3147" y="605"/>
                    </a:cubicBezTo>
                    <a:lnTo>
                      <a:pt x="2930" y="533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9" name="Google Shape;1439;p38">
                <a:extLst>
                  <a:ext uri="{FF2B5EF4-FFF2-40B4-BE49-F238E27FC236}">
                    <a16:creationId xmlns:a16="http://schemas.microsoft.com/office/drawing/2014/main" id="{1C882C45-3D64-A244-322C-56735AAB6D35}"/>
                  </a:ext>
                </a:extLst>
              </p:cNvPr>
              <p:cNvSpPr/>
              <p:nvPr/>
            </p:nvSpPr>
            <p:spPr>
              <a:xfrm>
                <a:off x="7331075" y="3247475"/>
                <a:ext cx="164275" cy="349075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13963" extrusionOk="0">
                    <a:moveTo>
                      <a:pt x="5290" y="1"/>
                    </a:moveTo>
                    <a:cubicBezTo>
                      <a:pt x="4582" y="1"/>
                      <a:pt x="4008" y="576"/>
                      <a:pt x="4008" y="1284"/>
                    </a:cubicBezTo>
                    <a:cubicBezTo>
                      <a:pt x="4008" y="1846"/>
                      <a:pt x="4374" y="2326"/>
                      <a:pt x="4879" y="2498"/>
                    </a:cubicBezTo>
                    <a:lnTo>
                      <a:pt x="4879" y="3361"/>
                    </a:lnTo>
                    <a:lnTo>
                      <a:pt x="4221" y="3361"/>
                    </a:lnTo>
                    <a:lnTo>
                      <a:pt x="0" y="1145"/>
                    </a:lnTo>
                    <a:lnTo>
                      <a:pt x="0" y="3819"/>
                    </a:lnTo>
                    <a:lnTo>
                      <a:pt x="576" y="3819"/>
                    </a:lnTo>
                    <a:lnTo>
                      <a:pt x="748" y="4548"/>
                    </a:lnTo>
                    <a:cubicBezTo>
                      <a:pt x="976" y="4644"/>
                      <a:pt x="1191" y="4768"/>
                      <a:pt x="1389" y="4918"/>
                    </a:cubicBezTo>
                    <a:lnTo>
                      <a:pt x="2107" y="4703"/>
                    </a:lnTo>
                    <a:lnTo>
                      <a:pt x="3090" y="6408"/>
                    </a:lnTo>
                    <a:lnTo>
                      <a:pt x="2545" y="6922"/>
                    </a:lnTo>
                    <a:cubicBezTo>
                      <a:pt x="2561" y="7045"/>
                      <a:pt x="2568" y="7169"/>
                      <a:pt x="2568" y="7293"/>
                    </a:cubicBezTo>
                    <a:cubicBezTo>
                      <a:pt x="2568" y="7417"/>
                      <a:pt x="2560" y="7541"/>
                      <a:pt x="2545" y="7663"/>
                    </a:cubicBezTo>
                    <a:lnTo>
                      <a:pt x="3090" y="8175"/>
                    </a:lnTo>
                    <a:lnTo>
                      <a:pt x="2107" y="9882"/>
                    </a:lnTo>
                    <a:lnTo>
                      <a:pt x="1389" y="9665"/>
                    </a:lnTo>
                    <a:cubicBezTo>
                      <a:pt x="1191" y="9817"/>
                      <a:pt x="976" y="9941"/>
                      <a:pt x="748" y="10037"/>
                    </a:cubicBezTo>
                    <a:lnTo>
                      <a:pt x="576" y="10765"/>
                    </a:lnTo>
                    <a:lnTo>
                      <a:pt x="0" y="10765"/>
                    </a:lnTo>
                    <a:lnTo>
                      <a:pt x="0" y="13432"/>
                    </a:lnTo>
                    <a:cubicBezTo>
                      <a:pt x="1222" y="13071"/>
                      <a:pt x="2317" y="12334"/>
                      <a:pt x="3109" y="11332"/>
                    </a:cubicBezTo>
                    <a:cubicBezTo>
                      <a:pt x="3292" y="11100"/>
                      <a:pt x="3456" y="10857"/>
                      <a:pt x="3603" y="10604"/>
                    </a:cubicBezTo>
                    <a:lnTo>
                      <a:pt x="4881" y="10604"/>
                    </a:lnTo>
                    <a:lnTo>
                      <a:pt x="4881" y="11467"/>
                    </a:lnTo>
                    <a:cubicBezTo>
                      <a:pt x="4374" y="11638"/>
                      <a:pt x="4008" y="12117"/>
                      <a:pt x="4008" y="12681"/>
                    </a:cubicBezTo>
                    <a:cubicBezTo>
                      <a:pt x="4008" y="13389"/>
                      <a:pt x="4582" y="13962"/>
                      <a:pt x="5290" y="13962"/>
                    </a:cubicBezTo>
                    <a:cubicBezTo>
                      <a:pt x="5996" y="13962"/>
                      <a:pt x="6571" y="13389"/>
                      <a:pt x="6571" y="12681"/>
                    </a:cubicBezTo>
                    <a:cubicBezTo>
                      <a:pt x="6571" y="12117"/>
                      <a:pt x="6206" y="11638"/>
                      <a:pt x="5698" y="11467"/>
                    </a:cubicBezTo>
                    <a:lnTo>
                      <a:pt x="5698" y="9786"/>
                    </a:lnTo>
                    <a:lnTo>
                      <a:pt x="4000" y="9786"/>
                    </a:lnTo>
                    <a:cubicBezTo>
                      <a:pt x="4289" y="9062"/>
                      <a:pt x="4441" y="8281"/>
                      <a:pt x="4441" y="7496"/>
                    </a:cubicBezTo>
                    <a:lnTo>
                      <a:pt x="4441" y="7392"/>
                    </a:lnTo>
                    <a:lnTo>
                      <a:pt x="6163" y="7392"/>
                    </a:lnTo>
                    <a:lnTo>
                      <a:pt x="6163" y="6573"/>
                    </a:lnTo>
                    <a:lnTo>
                      <a:pt x="4441" y="6573"/>
                    </a:lnTo>
                    <a:lnTo>
                      <a:pt x="4441" y="4179"/>
                    </a:lnTo>
                    <a:lnTo>
                      <a:pt x="5698" y="4179"/>
                    </a:lnTo>
                    <a:lnTo>
                      <a:pt x="5698" y="2498"/>
                    </a:lnTo>
                    <a:cubicBezTo>
                      <a:pt x="6206" y="2326"/>
                      <a:pt x="6571" y="1846"/>
                      <a:pt x="6571" y="1284"/>
                    </a:cubicBezTo>
                    <a:cubicBezTo>
                      <a:pt x="6571" y="576"/>
                      <a:pt x="5996" y="1"/>
                      <a:pt x="5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0" name="Google Shape;1440;p38">
                <a:extLst>
                  <a:ext uri="{FF2B5EF4-FFF2-40B4-BE49-F238E27FC236}">
                    <a16:creationId xmlns:a16="http://schemas.microsoft.com/office/drawing/2014/main" id="{CA2B9C48-1AA5-52AE-FC7C-9E93C72D5055}"/>
                  </a:ext>
                </a:extLst>
              </p:cNvPr>
              <p:cNvSpPr/>
              <p:nvPr/>
            </p:nvSpPr>
            <p:spPr>
              <a:xfrm>
                <a:off x="7146300" y="3247525"/>
                <a:ext cx="1643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13961" extrusionOk="0">
                    <a:moveTo>
                      <a:pt x="1283" y="1"/>
                    </a:moveTo>
                    <a:cubicBezTo>
                      <a:pt x="576" y="1"/>
                      <a:pt x="0" y="574"/>
                      <a:pt x="0" y="1282"/>
                    </a:cubicBezTo>
                    <a:cubicBezTo>
                      <a:pt x="0" y="1846"/>
                      <a:pt x="367" y="2325"/>
                      <a:pt x="873" y="2496"/>
                    </a:cubicBezTo>
                    <a:lnTo>
                      <a:pt x="873" y="4177"/>
                    </a:lnTo>
                    <a:lnTo>
                      <a:pt x="2130" y="4177"/>
                    </a:lnTo>
                    <a:lnTo>
                      <a:pt x="2130" y="6571"/>
                    </a:lnTo>
                    <a:lnTo>
                      <a:pt x="410" y="6571"/>
                    </a:lnTo>
                    <a:lnTo>
                      <a:pt x="410" y="7390"/>
                    </a:lnTo>
                    <a:lnTo>
                      <a:pt x="2130" y="7390"/>
                    </a:lnTo>
                    <a:lnTo>
                      <a:pt x="2130" y="7494"/>
                    </a:lnTo>
                    <a:cubicBezTo>
                      <a:pt x="2130" y="8279"/>
                      <a:pt x="2282" y="9060"/>
                      <a:pt x="2571" y="9784"/>
                    </a:cubicBezTo>
                    <a:lnTo>
                      <a:pt x="873" y="9784"/>
                    </a:lnTo>
                    <a:lnTo>
                      <a:pt x="873" y="11465"/>
                    </a:lnTo>
                    <a:cubicBezTo>
                      <a:pt x="367" y="11636"/>
                      <a:pt x="2" y="12115"/>
                      <a:pt x="2" y="12679"/>
                    </a:cubicBezTo>
                    <a:cubicBezTo>
                      <a:pt x="2" y="13387"/>
                      <a:pt x="576" y="13960"/>
                      <a:pt x="1283" y="13960"/>
                    </a:cubicBezTo>
                    <a:cubicBezTo>
                      <a:pt x="1989" y="13960"/>
                      <a:pt x="2565" y="13387"/>
                      <a:pt x="2565" y="12679"/>
                    </a:cubicBezTo>
                    <a:cubicBezTo>
                      <a:pt x="2565" y="12115"/>
                      <a:pt x="2198" y="11636"/>
                      <a:pt x="1692" y="11465"/>
                    </a:cubicBezTo>
                    <a:lnTo>
                      <a:pt x="1692" y="10602"/>
                    </a:lnTo>
                    <a:lnTo>
                      <a:pt x="2968" y="10602"/>
                    </a:lnTo>
                    <a:cubicBezTo>
                      <a:pt x="3115" y="10855"/>
                      <a:pt x="3281" y="11098"/>
                      <a:pt x="3463" y="11330"/>
                    </a:cubicBezTo>
                    <a:cubicBezTo>
                      <a:pt x="4255" y="12332"/>
                      <a:pt x="5351" y="13069"/>
                      <a:pt x="6573" y="13430"/>
                    </a:cubicBezTo>
                    <a:lnTo>
                      <a:pt x="6573" y="10763"/>
                    </a:lnTo>
                    <a:lnTo>
                      <a:pt x="5997" y="10763"/>
                    </a:lnTo>
                    <a:lnTo>
                      <a:pt x="5825" y="10035"/>
                    </a:lnTo>
                    <a:cubicBezTo>
                      <a:pt x="5596" y="9939"/>
                      <a:pt x="5381" y="9815"/>
                      <a:pt x="5184" y="9663"/>
                    </a:cubicBezTo>
                    <a:lnTo>
                      <a:pt x="4466" y="9880"/>
                    </a:lnTo>
                    <a:lnTo>
                      <a:pt x="3481" y="8173"/>
                    </a:lnTo>
                    <a:lnTo>
                      <a:pt x="4026" y="7661"/>
                    </a:lnTo>
                    <a:cubicBezTo>
                      <a:pt x="4012" y="7539"/>
                      <a:pt x="4003" y="7415"/>
                      <a:pt x="4003" y="7291"/>
                    </a:cubicBezTo>
                    <a:cubicBezTo>
                      <a:pt x="4003" y="7167"/>
                      <a:pt x="4012" y="7043"/>
                      <a:pt x="4026" y="6920"/>
                    </a:cubicBezTo>
                    <a:lnTo>
                      <a:pt x="3481" y="6406"/>
                    </a:lnTo>
                    <a:lnTo>
                      <a:pt x="4466" y="4701"/>
                    </a:lnTo>
                    <a:lnTo>
                      <a:pt x="5184" y="4916"/>
                    </a:lnTo>
                    <a:cubicBezTo>
                      <a:pt x="5381" y="4766"/>
                      <a:pt x="5596" y="4642"/>
                      <a:pt x="5825" y="4546"/>
                    </a:cubicBezTo>
                    <a:lnTo>
                      <a:pt x="5997" y="3817"/>
                    </a:lnTo>
                    <a:lnTo>
                      <a:pt x="6573" y="3817"/>
                    </a:lnTo>
                    <a:lnTo>
                      <a:pt x="6573" y="1143"/>
                    </a:lnTo>
                    <a:lnTo>
                      <a:pt x="2350" y="3359"/>
                    </a:lnTo>
                    <a:lnTo>
                      <a:pt x="1692" y="3359"/>
                    </a:lnTo>
                    <a:lnTo>
                      <a:pt x="1692" y="2496"/>
                    </a:lnTo>
                    <a:cubicBezTo>
                      <a:pt x="2198" y="2325"/>
                      <a:pt x="2565" y="1846"/>
                      <a:pt x="2565" y="1282"/>
                    </a:cubicBezTo>
                    <a:cubicBezTo>
                      <a:pt x="2565" y="574"/>
                      <a:pt x="1989" y="1"/>
                      <a:pt x="1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DEE855A-FDAB-61A1-27D0-424CE730A85C}"/>
              </a:ext>
            </a:extLst>
          </p:cNvPr>
          <p:cNvGrpSpPr/>
          <p:nvPr/>
        </p:nvGrpSpPr>
        <p:grpSpPr>
          <a:xfrm>
            <a:off x="1060059" y="1886191"/>
            <a:ext cx="710927" cy="615771"/>
            <a:chOff x="719473" y="1683231"/>
            <a:chExt cx="661200" cy="572700"/>
          </a:xfrm>
        </p:grpSpPr>
        <p:sp>
          <p:nvSpPr>
            <p:cNvPr id="1441" name="Google Shape;1441;p38">
              <a:extLst>
                <a:ext uri="{FF2B5EF4-FFF2-40B4-BE49-F238E27FC236}">
                  <a16:creationId xmlns:a16="http://schemas.microsoft.com/office/drawing/2014/main" id="{BEBCF963-EA66-4EB1-BD16-7BFE3EE8D5F7}"/>
                </a:ext>
              </a:extLst>
            </p:cNvPr>
            <p:cNvSpPr/>
            <p:nvPr/>
          </p:nvSpPr>
          <p:spPr>
            <a:xfrm>
              <a:off x="719473" y="1683231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42" name="Google Shape;1442;p38">
              <a:extLst>
                <a:ext uri="{FF2B5EF4-FFF2-40B4-BE49-F238E27FC236}">
                  <a16:creationId xmlns:a16="http://schemas.microsoft.com/office/drawing/2014/main" id="{CD619EDE-8636-9EFF-747E-C560CC8AF44D}"/>
                </a:ext>
              </a:extLst>
            </p:cNvPr>
            <p:cNvGrpSpPr/>
            <p:nvPr/>
          </p:nvGrpSpPr>
          <p:grpSpPr>
            <a:xfrm>
              <a:off x="893743" y="1816044"/>
              <a:ext cx="312704" cy="312691"/>
              <a:chOff x="1094275" y="3784775"/>
              <a:chExt cx="349000" cy="349025"/>
            </a:xfrm>
          </p:grpSpPr>
          <p:sp>
            <p:nvSpPr>
              <p:cNvPr id="1443" name="Google Shape;1443;p38">
                <a:extLst>
                  <a:ext uri="{FF2B5EF4-FFF2-40B4-BE49-F238E27FC236}">
                    <a16:creationId xmlns:a16="http://schemas.microsoft.com/office/drawing/2014/main" id="{EA643C97-161C-15B1-77D3-81D8193445C8}"/>
                  </a:ext>
                </a:extLst>
              </p:cNvPr>
              <p:cNvSpPr/>
              <p:nvPr/>
            </p:nvSpPr>
            <p:spPr>
              <a:xfrm>
                <a:off x="1094275" y="4024025"/>
                <a:ext cx="349000" cy="109775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4391" extrusionOk="0">
                    <a:moveTo>
                      <a:pt x="0" y="0"/>
                    </a:moveTo>
                    <a:lnTo>
                      <a:pt x="0" y="1941"/>
                    </a:lnTo>
                    <a:lnTo>
                      <a:pt x="5716" y="1941"/>
                    </a:lnTo>
                    <a:lnTo>
                      <a:pt x="5716" y="2563"/>
                    </a:lnTo>
                    <a:cubicBezTo>
                      <a:pt x="5716" y="3120"/>
                      <a:pt x="5263" y="3573"/>
                      <a:pt x="4707" y="3573"/>
                    </a:cubicBezTo>
                    <a:lnTo>
                      <a:pt x="3608" y="3573"/>
                    </a:lnTo>
                    <a:lnTo>
                      <a:pt x="3608" y="4390"/>
                    </a:lnTo>
                    <a:lnTo>
                      <a:pt x="10352" y="4390"/>
                    </a:lnTo>
                    <a:lnTo>
                      <a:pt x="10352" y="3573"/>
                    </a:lnTo>
                    <a:lnTo>
                      <a:pt x="9254" y="3573"/>
                    </a:lnTo>
                    <a:cubicBezTo>
                      <a:pt x="8697" y="3573"/>
                      <a:pt x="8246" y="3120"/>
                      <a:pt x="8246" y="2563"/>
                    </a:cubicBezTo>
                    <a:lnTo>
                      <a:pt x="8246" y="1941"/>
                    </a:lnTo>
                    <a:lnTo>
                      <a:pt x="13960" y="1941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4" name="Google Shape;1444;p38">
                <a:extLst>
                  <a:ext uri="{FF2B5EF4-FFF2-40B4-BE49-F238E27FC236}">
                    <a16:creationId xmlns:a16="http://schemas.microsoft.com/office/drawing/2014/main" id="{70A1A367-7423-86A1-1601-A06715BB5699}"/>
                  </a:ext>
                </a:extLst>
              </p:cNvPr>
              <p:cNvSpPr/>
              <p:nvPr/>
            </p:nvSpPr>
            <p:spPr>
              <a:xfrm>
                <a:off x="1254100" y="3878225"/>
                <a:ext cx="2937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5" extrusionOk="0">
                    <a:moveTo>
                      <a:pt x="588" y="1"/>
                    </a:moveTo>
                    <a:cubicBezTo>
                      <a:pt x="264" y="1"/>
                      <a:pt x="1" y="265"/>
                      <a:pt x="1" y="588"/>
                    </a:cubicBezTo>
                    <a:cubicBezTo>
                      <a:pt x="1" y="912"/>
                      <a:pt x="264" y="1174"/>
                      <a:pt x="588" y="1174"/>
                    </a:cubicBezTo>
                    <a:cubicBezTo>
                      <a:pt x="910" y="1174"/>
                      <a:pt x="1175" y="912"/>
                      <a:pt x="1175" y="588"/>
                    </a:cubicBezTo>
                    <a:cubicBezTo>
                      <a:pt x="1175" y="263"/>
                      <a:pt x="910" y="1"/>
                      <a:pt x="5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5" name="Google Shape;1445;p38">
                <a:extLst>
                  <a:ext uri="{FF2B5EF4-FFF2-40B4-BE49-F238E27FC236}">
                    <a16:creationId xmlns:a16="http://schemas.microsoft.com/office/drawing/2014/main" id="{6AB73A75-6AE1-DD88-A119-CEBBD4766A0E}"/>
                  </a:ext>
                </a:extLst>
              </p:cNvPr>
              <p:cNvSpPr/>
              <p:nvPr/>
            </p:nvSpPr>
            <p:spPr>
              <a:xfrm>
                <a:off x="1094275" y="3784775"/>
                <a:ext cx="349000" cy="218850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8754" extrusionOk="0">
                    <a:moveTo>
                      <a:pt x="6981" y="1169"/>
                    </a:moveTo>
                    <a:cubicBezTo>
                      <a:pt x="8720" y="1169"/>
                      <a:pt x="10137" y="2586"/>
                      <a:pt x="10137" y="4326"/>
                    </a:cubicBezTo>
                    <a:lnTo>
                      <a:pt x="10137" y="5329"/>
                    </a:lnTo>
                    <a:cubicBezTo>
                      <a:pt x="10137" y="6038"/>
                      <a:pt x="9560" y="6614"/>
                      <a:pt x="8852" y="6614"/>
                    </a:cubicBezTo>
                    <a:cubicBezTo>
                      <a:pt x="8232" y="6614"/>
                      <a:pt x="7713" y="6174"/>
                      <a:pt x="7593" y="5589"/>
                    </a:cubicBezTo>
                    <a:cubicBezTo>
                      <a:pt x="7407" y="5680"/>
                      <a:pt x="7201" y="5729"/>
                      <a:pt x="6981" y="5729"/>
                    </a:cubicBezTo>
                    <a:cubicBezTo>
                      <a:pt x="6205" y="5729"/>
                      <a:pt x="5575" y="5101"/>
                      <a:pt x="5575" y="4326"/>
                    </a:cubicBezTo>
                    <a:cubicBezTo>
                      <a:pt x="5575" y="3550"/>
                      <a:pt x="6205" y="2920"/>
                      <a:pt x="6981" y="2920"/>
                    </a:cubicBezTo>
                    <a:cubicBezTo>
                      <a:pt x="7755" y="2920"/>
                      <a:pt x="8385" y="3550"/>
                      <a:pt x="8385" y="4326"/>
                    </a:cubicBezTo>
                    <a:lnTo>
                      <a:pt x="8385" y="5329"/>
                    </a:lnTo>
                    <a:cubicBezTo>
                      <a:pt x="8385" y="5587"/>
                      <a:pt x="8595" y="5795"/>
                      <a:pt x="8852" y="5795"/>
                    </a:cubicBezTo>
                    <a:cubicBezTo>
                      <a:pt x="9109" y="5795"/>
                      <a:pt x="9319" y="5587"/>
                      <a:pt x="9319" y="5329"/>
                    </a:cubicBezTo>
                    <a:lnTo>
                      <a:pt x="9319" y="4326"/>
                    </a:lnTo>
                    <a:cubicBezTo>
                      <a:pt x="9319" y="3036"/>
                      <a:pt x="8269" y="1988"/>
                      <a:pt x="6981" y="1988"/>
                    </a:cubicBezTo>
                    <a:cubicBezTo>
                      <a:pt x="5691" y="1988"/>
                      <a:pt x="4643" y="3036"/>
                      <a:pt x="4643" y="4326"/>
                    </a:cubicBezTo>
                    <a:cubicBezTo>
                      <a:pt x="4643" y="5615"/>
                      <a:pt x="5691" y="6663"/>
                      <a:pt x="6981" y="6663"/>
                    </a:cubicBezTo>
                    <a:lnTo>
                      <a:pt x="6981" y="7482"/>
                    </a:lnTo>
                    <a:cubicBezTo>
                      <a:pt x="5240" y="7482"/>
                      <a:pt x="3824" y="6065"/>
                      <a:pt x="3824" y="4326"/>
                    </a:cubicBezTo>
                    <a:cubicBezTo>
                      <a:pt x="3824" y="2584"/>
                      <a:pt x="5240" y="1169"/>
                      <a:pt x="6981" y="1169"/>
                    </a:cubicBezTo>
                    <a:close/>
                    <a:moveTo>
                      <a:pt x="0" y="0"/>
                    </a:moveTo>
                    <a:lnTo>
                      <a:pt x="0" y="8753"/>
                    </a:lnTo>
                    <a:lnTo>
                      <a:pt x="13960" y="8753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sp>
        <p:nvSpPr>
          <p:cNvPr id="2" name="Google Shape;1380;p38">
            <a:extLst>
              <a:ext uri="{FF2B5EF4-FFF2-40B4-BE49-F238E27FC236}">
                <a16:creationId xmlns:a16="http://schemas.microsoft.com/office/drawing/2014/main" id="{03578340-13E1-49F3-534E-65294E2AC1C9}"/>
              </a:ext>
            </a:extLst>
          </p:cNvPr>
          <p:cNvSpPr txBox="1">
            <a:spLocks/>
          </p:cNvSpPr>
          <p:nvPr/>
        </p:nvSpPr>
        <p:spPr>
          <a:xfrm>
            <a:off x="1015897" y="4294384"/>
            <a:ext cx="9449224" cy="61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867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l"/>
            <a:r>
              <a:rPr lang="en-US" sz="1600" dirty="0"/>
              <a:t>Foundation Model → Agent + Reasoning → Tools + RAG + Memory → Harness + Guardrails → AI System</a:t>
            </a:r>
          </a:p>
          <a:p>
            <a:pPr marL="0" indent="0" algn="l"/>
            <a:endParaRPr lang="en-US" sz="16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DEDB38-DA69-3978-C9E3-5DB6E04C8F67}"/>
              </a:ext>
            </a:extLst>
          </p:cNvPr>
          <p:cNvSpPr/>
          <p:nvPr/>
        </p:nvSpPr>
        <p:spPr>
          <a:xfrm>
            <a:off x="1155995" y="5102511"/>
            <a:ext cx="8308045" cy="89563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  <a:latin typeface="Barlow" panose="00000500000000000000" pitchFamily="2" charset="0"/>
              </a:rPr>
              <a:t>   Generative AI </a:t>
            </a:r>
            <a:r>
              <a:rPr lang="en-US" sz="1800" dirty="0">
                <a:solidFill>
                  <a:schemeClr val="tx1"/>
                </a:solidFill>
                <a:latin typeface="Barlow" panose="00000500000000000000" pitchFamily="2" charset="0"/>
              </a:rPr>
              <a:t>gives AI the ability to create. </a:t>
            </a:r>
            <a:r>
              <a:rPr lang="en-US" sz="1800" b="1" dirty="0">
                <a:solidFill>
                  <a:schemeClr val="tx1"/>
                </a:solidFill>
                <a:latin typeface="Barlow" panose="00000500000000000000" pitchFamily="2" charset="0"/>
              </a:rPr>
              <a:t>Agentic AI</a:t>
            </a:r>
            <a:r>
              <a:rPr lang="en-US" sz="1800" dirty="0">
                <a:solidFill>
                  <a:schemeClr val="tx1"/>
                </a:solidFill>
                <a:latin typeface="Barlow" panose="00000500000000000000" pitchFamily="2" charset="0"/>
              </a:rPr>
              <a:t> gives it the ability to act.</a:t>
            </a:r>
          </a:p>
        </p:txBody>
      </p:sp>
    </p:spTree>
    <p:extLst>
      <p:ext uri="{BB962C8B-B14F-4D97-AF65-F5344CB8AC3E}">
        <p14:creationId xmlns:p14="http://schemas.microsoft.com/office/powerpoint/2010/main" val="1279173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>
          <a:extLst>
            <a:ext uri="{FF2B5EF4-FFF2-40B4-BE49-F238E27FC236}">
              <a16:creationId xmlns:a16="http://schemas.microsoft.com/office/drawing/2014/main" id="{50B3B9BB-833C-0AA6-A94C-2B906BB3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2">
            <a:extLst>
              <a:ext uri="{FF2B5EF4-FFF2-40B4-BE49-F238E27FC236}">
                <a16:creationId xmlns:a16="http://schemas.microsoft.com/office/drawing/2014/main" id="{E2F91880-C287-8A07-042E-7E1E34112FA5}"/>
              </a:ext>
            </a:extLst>
          </p:cNvPr>
          <p:cNvSpPr/>
          <p:nvPr/>
        </p:nvSpPr>
        <p:spPr>
          <a:xfrm rot="1771233">
            <a:off x="7563900" y="1857687"/>
            <a:ext cx="4639257" cy="4637655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629" name="Google Shape;1629;p42">
            <a:extLst>
              <a:ext uri="{FF2B5EF4-FFF2-40B4-BE49-F238E27FC236}">
                <a16:creationId xmlns:a16="http://schemas.microsoft.com/office/drawing/2014/main" id="{AF1EB4E9-DD6B-117C-62A9-757DAC28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2400" dirty="0"/>
              <a:t>Thanks!</a:t>
            </a:r>
            <a:endParaRPr sz="12400" dirty="0"/>
          </a:p>
        </p:txBody>
      </p:sp>
      <p:pic>
        <p:nvPicPr>
          <p:cNvPr id="1630" name="Google Shape;1630;p42">
            <a:extLst>
              <a:ext uri="{FF2B5EF4-FFF2-40B4-BE49-F238E27FC236}">
                <a16:creationId xmlns:a16="http://schemas.microsoft.com/office/drawing/2014/main" id="{F9D9E43F-5995-A102-DAD5-22C9BCFDCE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000" y="3686049"/>
            <a:ext cx="1410464" cy="1283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1" name="Google Shape;1631;p42">
            <a:extLst>
              <a:ext uri="{FF2B5EF4-FFF2-40B4-BE49-F238E27FC236}">
                <a16:creationId xmlns:a16="http://schemas.microsoft.com/office/drawing/2014/main" id="{48F4BBE2-C950-2323-EECF-6DC9CF30D9CE}"/>
              </a:ext>
            </a:extLst>
          </p:cNvPr>
          <p:cNvGrpSpPr/>
          <p:nvPr/>
        </p:nvGrpSpPr>
        <p:grpSpPr>
          <a:xfrm>
            <a:off x="7691109" y="2681297"/>
            <a:ext cx="3976004" cy="3767703"/>
            <a:chOff x="405994" y="1318049"/>
            <a:chExt cx="3395199" cy="3217326"/>
          </a:xfrm>
        </p:grpSpPr>
        <p:pic>
          <p:nvPicPr>
            <p:cNvPr id="1632" name="Google Shape;1632;p42">
              <a:extLst>
                <a:ext uri="{FF2B5EF4-FFF2-40B4-BE49-F238E27FC236}">
                  <a16:creationId xmlns:a16="http://schemas.microsoft.com/office/drawing/2014/main" id="{B585E834-9071-996D-4C91-7AF526B904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449"/>
            <a:stretch/>
          </p:blipFill>
          <p:spPr>
            <a:xfrm>
              <a:off x="405994" y="1318049"/>
              <a:ext cx="3395199" cy="3217326"/>
            </a:xfrm>
            <a:prstGeom prst="rect">
              <a:avLst/>
            </a:prstGeom>
            <a:noFill/>
            <a:ln>
              <a:noFill/>
            </a:ln>
            <a:effectLst>
              <a:outerShdw blurRad="271463" dist="114300" dir="21540000" algn="bl" rotWithShape="0">
                <a:schemeClr val="lt1">
                  <a:alpha val="90000"/>
                </a:schemeClr>
              </a:outerShdw>
            </a:effectLst>
          </p:spPr>
        </p:pic>
        <p:grpSp>
          <p:nvGrpSpPr>
            <p:cNvPr id="1633" name="Google Shape;1633;p42">
              <a:extLst>
                <a:ext uri="{FF2B5EF4-FFF2-40B4-BE49-F238E27FC236}">
                  <a16:creationId xmlns:a16="http://schemas.microsoft.com/office/drawing/2014/main" id="{32AF8BF5-5B11-5D9E-FB22-928BCA31BD59}"/>
                </a:ext>
              </a:extLst>
            </p:cNvPr>
            <p:cNvGrpSpPr/>
            <p:nvPr/>
          </p:nvGrpSpPr>
          <p:grpSpPr>
            <a:xfrm>
              <a:off x="1873458" y="3693401"/>
              <a:ext cx="848565" cy="408774"/>
              <a:chOff x="1873458" y="3693401"/>
              <a:chExt cx="848565" cy="408774"/>
            </a:xfrm>
          </p:grpSpPr>
          <p:pic>
            <p:nvPicPr>
              <p:cNvPr id="1634" name="Google Shape;1634;p42">
                <a:extLst>
                  <a:ext uri="{FF2B5EF4-FFF2-40B4-BE49-F238E27FC236}">
                    <a16:creationId xmlns:a16="http://schemas.microsoft.com/office/drawing/2014/main" id="{9EB70866-DFDD-8898-75B0-9F333F3C9281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552699" y="3795698"/>
                <a:ext cx="169324" cy="1561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5" name="Google Shape;1635;p42">
                <a:extLst>
                  <a:ext uri="{FF2B5EF4-FFF2-40B4-BE49-F238E27FC236}">
                    <a16:creationId xmlns:a16="http://schemas.microsoft.com/office/drawing/2014/main" id="{0D51C33C-AD04-76C3-B1C2-CB7155E16D34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165250" y="3777174"/>
                <a:ext cx="120750" cy="1113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6" name="Google Shape;1636;p42">
                <a:extLst>
                  <a:ext uri="{FF2B5EF4-FFF2-40B4-BE49-F238E27FC236}">
                    <a16:creationId xmlns:a16="http://schemas.microsoft.com/office/drawing/2014/main" id="{568836EE-B48F-44A9-E9CF-846B9E087FED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306998" y="3952399"/>
                <a:ext cx="162452" cy="14977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7" name="Google Shape;1637;p42">
                <a:extLst>
                  <a:ext uri="{FF2B5EF4-FFF2-40B4-BE49-F238E27FC236}">
                    <a16:creationId xmlns:a16="http://schemas.microsoft.com/office/drawing/2014/main" id="{28D59EF1-E7DC-156A-49F2-82224365FA68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1873458" y="3693401"/>
                <a:ext cx="164726" cy="1518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</p:grpSp>
      </p:grpSp>
      <p:grpSp>
        <p:nvGrpSpPr>
          <p:cNvPr id="1638" name="Google Shape;1638;p42">
            <a:extLst>
              <a:ext uri="{FF2B5EF4-FFF2-40B4-BE49-F238E27FC236}">
                <a16:creationId xmlns:a16="http://schemas.microsoft.com/office/drawing/2014/main" id="{E23EBABA-0883-B191-1C68-2E741B984221}"/>
              </a:ext>
            </a:extLst>
          </p:cNvPr>
          <p:cNvGrpSpPr/>
          <p:nvPr/>
        </p:nvGrpSpPr>
        <p:grpSpPr>
          <a:xfrm>
            <a:off x="960008" y="5548811"/>
            <a:ext cx="1615483" cy="584068"/>
            <a:chOff x="175552" y="1101686"/>
            <a:chExt cx="520944" cy="188336"/>
          </a:xfrm>
        </p:grpSpPr>
        <p:sp>
          <p:nvSpPr>
            <p:cNvPr id="1639" name="Google Shape;1639;p42">
              <a:extLst>
                <a:ext uri="{FF2B5EF4-FFF2-40B4-BE49-F238E27FC236}">
                  <a16:creationId xmlns:a16="http://schemas.microsoft.com/office/drawing/2014/main" id="{565EF3AA-EC8A-67E1-B26B-6E624F1FC22B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0" name="Google Shape;1640;p42">
              <a:extLst>
                <a:ext uri="{FF2B5EF4-FFF2-40B4-BE49-F238E27FC236}">
                  <a16:creationId xmlns:a16="http://schemas.microsoft.com/office/drawing/2014/main" id="{C3BFF494-D28E-AD55-FD77-5BA62002EF6D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1" name="Google Shape;1641;p42">
              <a:extLst>
                <a:ext uri="{FF2B5EF4-FFF2-40B4-BE49-F238E27FC236}">
                  <a16:creationId xmlns:a16="http://schemas.microsoft.com/office/drawing/2014/main" id="{4A290D70-4267-A0ED-1A10-CA6EF67FAD26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2" name="Google Shape;1642;p42">
              <a:extLst>
                <a:ext uri="{FF2B5EF4-FFF2-40B4-BE49-F238E27FC236}">
                  <a16:creationId xmlns:a16="http://schemas.microsoft.com/office/drawing/2014/main" id="{8A3055E4-78FB-B306-6F34-4E88DF2D4FEB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3" name="Google Shape;1643;p42">
              <a:extLst>
                <a:ext uri="{FF2B5EF4-FFF2-40B4-BE49-F238E27FC236}">
                  <a16:creationId xmlns:a16="http://schemas.microsoft.com/office/drawing/2014/main" id="{D44BD636-30FE-8A84-6DF8-3EAB3B694D7C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4" name="Google Shape;1644;p42">
              <a:extLst>
                <a:ext uri="{FF2B5EF4-FFF2-40B4-BE49-F238E27FC236}">
                  <a16:creationId xmlns:a16="http://schemas.microsoft.com/office/drawing/2014/main" id="{E3DAA18A-CA60-F01D-B045-2F6EC18B134F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5" name="Google Shape;1645;p42">
              <a:extLst>
                <a:ext uri="{FF2B5EF4-FFF2-40B4-BE49-F238E27FC236}">
                  <a16:creationId xmlns:a16="http://schemas.microsoft.com/office/drawing/2014/main" id="{9A4B1C2E-964B-BC95-2C62-362CD2B61513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6" name="Google Shape;1646;p42">
              <a:extLst>
                <a:ext uri="{FF2B5EF4-FFF2-40B4-BE49-F238E27FC236}">
                  <a16:creationId xmlns:a16="http://schemas.microsoft.com/office/drawing/2014/main" id="{52374224-6CFD-FCB2-8520-AE1576170347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7" name="Google Shape;1647;p42">
              <a:extLst>
                <a:ext uri="{FF2B5EF4-FFF2-40B4-BE49-F238E27FC236}">
                  <a16:creationId xmlns:a16="http://schemas.microsoft.com/office/drawing/2014/main" id="{75D18607-700B-54A3-46DC-3937757C41B9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8" name="Google Shape;1648;p42">
              <a:extLst>
                <a:ext uri="{FF2B5EF4-FFF2-40B4-BE49-F238E27FC236}">
                  <a16:creationId xmlns:a16="http://schemas.microsoft.com/office/drawing/2014/main" id="{8B367B4F-773A-29B3-9A54-084B1D4077FC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9" name="Google Shape;1649;p42">
              <a:extLst>
                <a:ext uri="{FF2B5EF4-FFF2-40B4-BE49-F238E27FC236}">
                  <a16:creationId xmlns:a16="http://schemas.microsoft.com/office/drawing/2014/main" id="{181E9640-2EDC-DAB6-5CF9-5B3DD4D05FB7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0" name="Google Shape;1650;p42">
              <a:extLst>
                <a:ext uri="{FF2B5EF4-FFF2-40B4-BE49-F238E27FC236}">
                  <a16:creationId xmlns:a16="http://schemas.microsoft.com/office/drawing/2014/main" id="{C23492A4-A2E8-73D9-07D3-C7BE16437DA4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1" name="Google Shape;1651;p42">
              <a:extLst>
                <a:ext uri="{FF2B5EF4-FFF2-40B4-BE49-F238E27FC236}">
                  <a16:creationId xmlns:a16="http://schemas.microsoft.com/office/drawing/2014/main" id="{BF4573FF-4A86-00F0-88E0-999E292092C4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2" name="Google Shape;1652;p42">
              <a:extLst>
                <a:ext uri="{FF2B5EF4-FFF2-40B4-BE49-F238E27FC236}">
                  <a16:creationId xmlns:a16="http://schemas.microsoft.com/office/drawing/2014/main" id="{9A0A652D-3F1C-9B67-061B-658B0A001090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3" name="Google Shape;1653;p42">
              <a:extLst>
                <a:ext uri="{FF2B5EF4-FFF2-40B4-BE49-F238E27FC236}">
                  <a16:creationId xmlns:a16="http://schemas.microsoft.com/office/drawing/2014/main" id="{0F64741C-0251-05D6-ABD8-A1389509E0B3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4" name="Google Shape;1654;p42">
              <a:extLst>
                <a:ext uri="{FF2B5EF4-FFF2-40B4-BE49-F238E27FC236}">
                  <a16:creationId xmlns:a16="http://schemas.microsoft.com/office/drawing/2014/main" id="{4A5AE53D-1359-3160-E48E-06A0924E7AA9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5" name="Google Shape;1655;p42">
              <a:extLst>
                <a:ext uri="{FF2B5EF4-FFF2-40B4-BE49-F238E27FC236}">
                  <a16:creationId xmlns:a16="http://schemas.microsoft.com/office/drawing/2014/main" id="{F15D1077-68CA-91F9-AC0F-464984CFA588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6" name="Google Shape;1656;p42">
              <a:extLst>
                <a:ext uri="{FF2B5EF4-FFF2-40B4-BE49-F238E27FC236}">
                  <a16:creationId xmlns:a16="http://schemas.microsoft.com/office/drawing/2014/main" id="{BEEDEBE6-5933-F583-59F4-95141855A395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7" name="Google Shape;1657;p42">
              <a:extLst>
                <a:ext uri="{FF2B5EF4-FFF2-40B4-BE49-F238E27FC236}">
                  <a16:creationId xmlns:a16="http://schemas.microsoft.com/office/drawing/2014/main" id="{2C8CD0E0-9898-BCAA-BE2B-2FEE78EB9730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8" name="Google Shape;1658;p42">
              <a:extLst>
                <a:ext uri="{FF2B5EF4-FFF2-40B4-BE49-F238E27FC236}">
                  <a16:creationId xmlns:a16="http://schemas.microsoft.com/office/drawing/2014/main" id="{942E15C2-D33B-35F6-8C0D-BBFD775DCBB7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9" name="Google Shape;1659;p42">
              <a:extLst>
                <a:ext uri="{FF2B5EF4-FFF2-40B4-BE49-F238E27FC236}">
                  <a16:creationId xmlns:a16="http://schemas.microsoft.com/office/drawing/2014/main" id="{5B7132C3-F66C-1EA1-F02D-DB3CD55B07E4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0" name="Google Shape;1660;p42">
              <a:extLst>
                <a:ext uri="{FF2B5EF4-FFF2-40B4-BE49-F238E27FC236}">
                  <a16:creationId xmlns:a16="http://schemas.microsoft.com/office/drawing/2014/main" id="{B222CBBA-6AFA-3535-222C-0DC74A5CAC1E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1" name="Google Shape;1661;p42">
              <a:extLst>
                <a:ext uri="{FF2B5EF4-FFF2-40B4-BE49-F238E27FC236}">
                  <a16:creationId xmlns:a16="http://schemas.microsoft.com/office/drawing/2014/main" id="{DA3ADA3B-F84A-43B6-B5E2-D8DCEAE1846C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2" name="Google Shape;1662;p42">
              <a:extLst>
                <a:ext uri="{FF2B5EF4-FFF2-40B4-BE49-F238E27FC236}">
                  <a16:creationId xmlns:a16="http://schemas.microsoft.com/office/drawing/2014/main" id="{6432FADD-6763-2F67-107C-0899E705E0BF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663" name="Google Shape;1663;p42">
            <a:extLst>
              <a:ext uri="{FF2B5EF4-FFF2-40B4-BE49-F238E27FC236}">
                <a16:creationId xmlns:a16="http://schemas.microsoft.com/office/drawing/2014/main" id="{5409BDD1-3DB7-C39E-8CD0-3F6AB62DF429}"/>
              </a:ext>
            </a:extLst>
          </p:cNvPr>
          <p:cNvGrpSpPr/>
          <p:nvPr/>
        </p:nvGrpSpPr>
        <p:grpSpPr>
          <a:xfrm>
            <a:off x="9625541" y="719345"/>
            <a:ext cx="1615483" cy="584068"/>
            <a:chOff x="175552" y="1101686"/>
            <a:chExt cx="520944" cy="188336"/>
          </a:xfrm>
        </p:grpSpPr>
        <p:sp>
          <p:nvSpPr>
            <p:cNvPr id="1664" name="Google Shape;1664;p42">
              <a:extLst>
                <a:ext uri="{FF2B5EF4-FFF2-40B4-BE49-F238E27FC236}">
                  <a16:creationId xmlns:a16="http://schemas.microsoft.com/office/drawing/2014/main" id="{1BB7A75A-EC45-353C-DE85-4806861C3B7A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5" name="Google Shape;1665;p42">
              <a:extLst>
                <a:ext uri="{FF2B5EF4-FFF2-40B4-BE49-F238E27FC236}">
                  <a16:creationId xmlns:a16="http://schemas.microsoft.com/office/drawing/2014/main" id="{74B4EF93-8A98-EBD9-B85E-8BC9C47298DF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6" name="Google Shape;1666;p42">
              <a:extLst>
                <a:ext uri="{FF2B5EF4-FFF2-40B4-BE49-F238E27FC236}">
                  <a16:creationId xmlns:a16="http://schemas.microsoft.com/office/drawing/2014/main" id="{1265F9A7-B699-BE58-7CAD-B4CE86AC8E67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7" name="Google Shape;1667;p42">
              <a:extLst>
                <a:ext uri="{FF2B5EF4-FFF2-40B4-BE49-F238E27FC236}">
                  <a16:creationId xmlns:a16="http://schemas.microsoft.com/office/drawing/2014/main" id="{AF2E5ED5-E225-E1B6-E1EE-39A7D49279AA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8" name="Google Shape;1668;p42">
              <a:extLst>
                <a:ext uri="{FF2B5EF4-FFF2-40B4-BE49-F238E27FC236}">
                  <a16:creationId xmlns:a16="http://schemas.microsoft.com/office/drawing/2014/main" id="{7730DC74-F637-1FAA-A80E-9711593C8E32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9" name="Google Shape;1669;p42">
              <a:extLst>
                <a:ext uri="{FF2B5EF4-FFF2-40B4-BE49-F238E27FC236}">
                  <a16:creationId xmlns:a16="http://schemas.microsoft.com/office/drawing/2014/main" id="{700F333D-572A-B424-8E6C-A263F5E1D48E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0" name="Google Shape;1670;p42">
              <a:extLst>
                <a:ext uri="{FF2B5EF4-FFF2-40B4-BE49-F238E27FC236}">
                  <a16:creationId xmlns:a16="http://schemas.microsoft.com/office/drawing/2014/main" id="{D8ABCC37-0B2B-D430-D877-4324B73D5AE1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1" name="Google Shape;1671;p42">
              <a:extLst>
                <a:ext uri="{FF2B5EF4-FFF2-40B4-BE49-F238E27FC236}">
                  <a16:creationId xmlns:a16="http://schemas.microsoft.com/office/drawing/2014/main" id="{5522D74F-5AB3-9D5A-EBF0-440022EB8C68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2" name="Google Shape;1672;p42">
              <a:extLst>
                <a:ext uri="{FF2B5EF4-FFF2-40B4-BE49-F238E27FC236}">
                  <a16:creationId xmlns:a16="http://schemas.microsoft.com/office/drawing/2014/main" id="{9AE6A964-5514-D712-3B6B-1D25E6DECF3A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3" name="Google Shape;1673;p42">
              <a:extLst>
                <a:ext uri="{FF2B5EF4-FFF2-40B4-BE49-F238E27FC236}">
                  <a16:creationId xmlns:a16="http://schemas.microsoft.com/office/drawing/2014/main" id="{ED5FD55D-11FE-436E-EA64-BF7ACFBCC6C6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4" name="Google Shape;1674;p42">
              <a:extLst>
                <a:ext uri="{FF2B5EF4-FFF2-40B4-BE49-F238E27FC236}">
                  <a16:creationId xmlns:a16="http://schemas.microsoft.com/office/drawing/2014/main" id="{01594991-26AF-14E9-F4CC-5A1CBE3B12FE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5" name="Google Shape;1675;p42">
              <a:extLst>
                <a:ext uri="{FF2B5EF4-FFF2-40B4-BE49-F238E27FC236}">
                  <a16:creationId xmlns:a16="http://schemas.microsoft.com/office/drawing/2014/main" id="{CB387A75-2897-0773-F255-7A570D1F7709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6" name="Google Shape;1676;p42">
              <a:extLst>
                <a:ext uri="{FF2B5EF4-FFF2-40B4-BE49-F238E27FC236}">
                  <a16:creationId xmlns:a16="http://schemas.microsoft.com/office/drawing/2014/main" id="{881FBC76-2827-382F-3496-36EDC732C72C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7" name="Google Shape;1677;p42">
              <a:extLst>
                <a:ext uri="{FF2B5EF4-FFF2-40B4-BE49-F238E27FC236}">
                  <a16:creationId xmlns:a16="http://schemas.microsoft.com/office/drawing/2014/main" id="{D5554D01-BE73-544A-E35E-E16F7D2CB007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8" name="Google Shape;1678;p42">
              <a:extLst>
                <a:ext uri="{FF2B5EF4-FFF2-40B4-BE49-F238E27FC236}">
                  <a16:creationId xmlns:a16="http://schemas.microsoft.com/office/drawing/2014/main" id="{334AB1F2-4963-0136-F18C-D676EE09740B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9" name="Google Shape;1679;p42">
              <a:extLst>
                <a:ext uri="{FF2B5EF4-FFF2-40B4-BE49-F238E27FC236}">
                  <a16:creationId xmlns:a16="http://schemas.microsoft.com/office/drawing/2014/main" id="{C112A75D-B413-E349-BD88-D5A77B3A8EA4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0" name="Google Shape;1680;p42">
              <a:extLst>
                <a:ext uri="{FF2B5EF4-FFF2-40B4-BE49-F238E27FC236}">
                  <a16:creationId xmlns:a16="http://schemas.microsoft.com/office/drawing/2014/main" id="{B4008FE1-5589-B9AF-1BEE-8D2E6F357309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1" name="Google Shape;1681;p42">
              <a:extLst>
                <a:ext uri="{FF2B5EF4-FFF2-40B4-BE49-F238E27FC236}">
                  <a16:creationId xmlns:a16="http://schemas.microsoft.com/office/drawing/2014/main" id="{CEB4F828-0FB0-0129-3A9D-189B84C6F513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2" name="Google Shape;1682;p42">
              <a:extLst>
                <a:ext uri="{FF2B5EF4-FFF2-40B4-BE49-F238E27FC236}">
                  <a16:creationId xmlns:a16="http://schemas.microsoft.com/office/drawing/2014/main" id="{2B84B4B8-2182-DD4E-98C0-56EAAE6E4BC0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3" name="Google Shape;1683;p42">
              <a:extLst>
                <a:ext uri="{FF2B5EF4-FFF2-40B4-BE49-F238E27FC236}">
                  <a16:creationId xmlns:a16="http://schemas.microsoft.com/office/drawing/2014/main" id="{5F1C7AAE-D8EF-105E-8B51-C364E41A88B2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4" name="Google Shape;1684;p42">
              <a:extLst>
                <a:ext uri="{FF2B5EF4-FFF2-40B4-BE49-F238E27FC236}">
                  <a16:creationId xmlns:a16="http://schemas.microsoft.com/office/drawing/2014/main" id="{62FC3A56-DF4A-9451-952B-17262DFBF219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5" name="Google Shape;1685;p42">
              <a:extLst>
                <a:ext uri="{FF2B5EF4-FFF2-40B4-BE49-F238E27FC236}">
                  <a16:creationId xmlns:a16="http://schemas.microsoft.com/office/drawing/2014/main" id="{C017D3A0-DFCB-1892-8402-8F8CD2E13C3B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6" name="Google Shape;1686;p42">
              <a:extLst>
                <a:ext uri="{FF2B5EF4-FFF2-40B4-BE49-F238E27FC236}">
                  <a16:creationId xmlns:a16="http://schemas.microsoft.com/office/drawing/2014/main" id="{7A5D06FD-CF80-29CF-ECC7-3BD556F9BCC2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7" name="Google Shape;1687;p42">
              <a:extLst>
                <a:ext uri="{FF2B5EF4-FFF2-40B4-BE49-F238E27FC236}">
                  <a16:creationId xmlns:a16="http://schemas.microsoft.com/office/drawing/2014/main" id="{5C2B9726-3955-DE04-0285-5B3144FB389A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688" name="Google Shape;1688;p42">
            <a:extLst>
              <a:ext uri="{FF2B5EF4-FFF2-40B4-BE49-F238E27FC236}">
                <a16:creationId xmlns:a16="http://schemas.microsoft.com/office/drawing/2014/main" id="{D1CBEF48-BFA5-7480-E473-E64A5519C498}"/>
              </a:ext>
            </a:extLst>
          </p:cNvPr>
          <p:cNvGrpSpPr/>
          <p:nvPr/>
        </p:nvGrpSpPr>
        <p:grpSpPr>
          <a:xfrm>
            <a:off x="4522514" y="268619"/>
            <a:ext cx="994637" cy="688491"/>
            <a:chOff x="923424" y="1580182"/>
            <a:chExt cx="1171264" cy="810752"/>
          </a:xfrm>
        </p:grpSpPr>
        <p:sp>
          <p:nvSpPr>
            <p:cNvPr id="1689" name="Google Shape;1689;p42">
              <a:extLst>
                <a:ext uri="{FF2B5EF4-FFF2-40B4-BE49-F238E27FC236}">
                  <a16:creationId xmlns:a16="http://schemas.microsoft.com/office/drawing/2014/main" id="{DC348ACA-5A2A-A528-072F-3BC1E2525442}"/>
                </a:ext>
              </a:extLst>
            </p:cNvPr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0" name="Google Shape;1690;p42">
              <a:extLst>
                <a:ext uri="{FF2B5EF4-FFF2-40B4-BE49-F238E27FC236}">
                  <a16:creationId xmlns:a16="http://schemas.microsoft.com/office/drawing/2014/main" id="{0A07056C-CED6-17C8-5C53-7E3D37841CE8}"/>
                </a:ext>
              </a:extLst>
            </p:cNvPr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1" name="Google Shape;1691;p42">
              <a:extLst>
                <a:ext uri="{FF2B5EF4-FFF2-40B4-BE49-F238E27FC236}">
                  <a16:creationId xmlns:a16="http://schemas.microsoft.com/office/drawing/2014/main" id="{C0F4EE94-D20E-DF78-1A50-8CAE9D2D6691}"/>
                </a:ext>
              </a:extLst>
            </p:cNvPr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2" name="Google Shape;1692;p42">
              <a:extLst>
                <a:ext uri="{FF2B5EF4-FFF2-40B4-BE49-F238E27FC236}">
                  <a16:creationId xmlns:a16="http://schemas.microsoft.com/office/drawing/2014/main" id="{BB7FA116-0B05-A6F8-A1E3-C59CC9F45BDF}"/>
                </a:ext>
              </a:extLst>
            </p:cNvPr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5821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Simple Light">
      <a:dk1>
        <a:srgbClr val="150045"/>
      </a:dk1>
      <a:lt1>
        <a:srgbClr val="FFFFFF"/>
      </a:lt1>
      <a:dk2>
        <a:srgbClr val="A4ABD7"/>
      </a:dk2>
      <a:lt2>
        <a:srgbClr val="E23480"/>
      </a:lt2>
      <a:accent1>
        <a:srgbClr val="6D7396"/>
      </a:accent1>
      <a:accent2>
        <a:srgbClr val="FFA0B8"/>
      </a:accent2>
      <a:accent3>
        <a:srgbClr val="1ECFFF"/>
      </a:accent3>
      <a:accent4>
        <a:srgbClr val="EF8772"/>
      </a:accent4>
      <a:accent5>
        <a:srgbClr val="FFFFFF"/>
      </a:accent5>
      <a:accent6>
        <a:srgbClr val="FFFFFF"/>
      </a:accent6>
      <a:hlink>
        <a:srgbClr val="1500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4321982-2303-48F1-BAA8-E97FA4A4AD2D}" vid="{190C7914-3351-423B-B3D7-A918BDE32851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512</TotalTime>
  <Words>521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Anaheim</vt:lpstr>
      <vt:lpstr>Arial</vt:lpstr>
      <vt:lpstr>Barlow</vt:lpstr>
      <vt:lpstr>Barlow Light</vt:lpstr>
      <vt:lpstr>Bebas Neue</vt:lpstr>
      <vt:lpstr>Calibri</vt:lpstr>
      <vt:lpstr>Heebo Light</vt:lpstr>
      <vt:lpstr>Heebo Medium</vt:lpstr>
      <vt:lpstr>Proxima Nova</vt:lpstr>
      <vt:lpstr>Proxima Nova Semibold</vt:lpstr>
      <vt:lpstr>PT Sans</vt:lpstr>
      <vt:lpstr>Secular One</vt:lpstr>
      <vt:lpstr>Wingdings</vt:lpstr>
      <vt:lpstr>Theme1</vt:lpstr>
      <vt:lpstr>Slidesgo Final Pages</vt:lpstr>
      <vt:lpstr>Generative AI &amp; Agentic AI From Generating Content to Taking Action </vt:lpstr>
      <vt:lpstr>What is Generative AI? . Generative AI creates new content by using patterns learned from large datasets and responding to user prompts.</vt:lpstr>
      <vt:lpstr>How Generative AI Works . From raw human prompts to probabilistic next-token generation and domain grounding.</vt:lpstr>
      <vt:lpstr>From Generating to Acting GenAi to Agentic Ai</vt:lpstr>
      <vt:lpstr>What is Agentic AI? Agentic AI pursues a goal through reasoning, planning, tool use, observation, and iterative actions.</vt:lpstr>
      <vt:lpstr>Anatomy of an AI Agent Goal → AI model / reasoning → Tools, Memory, RAG → Action → Observe → repeat</vt:lpstr>
      <vt:lpstr>AI Harness — The Environment Around the Agent A harness provides the runtime environment, controls, and infrastructure that help an AI agent operate reliably.</vt:lpstr>
      <vt:lpstr>From AI That Generates → AI That Executes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Raul</dc:creator>
  <cp:lastModifiedBy>Sankar Raul</cp:lastModifiedBy>
  <cp:revision>22</cp:revision>
  <dcterms:created xsi:type="dcterms:W3CDTF">2025-10-11T14:59:01Z</dcterms:created>
  <dcterms:modified xsi:type="dcterms:W3CDTF">2026-10-05T20:54:56Z</dcterms:modified>
</cp:coreProperties>
</file>