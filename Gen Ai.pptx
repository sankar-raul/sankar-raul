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1" r:id="rId1"/>
    <p:sldMasterId id="2147483800" r:id="rId2"/>
  </p:sldMasterIdLst>
  <p:notesMasterIdLst>
    <p:notesMasterId r:id="rId12"/>
  </p:notesMasterIdLst>
  <p:sldIdLst>
    <p:sldId id="259" r:id="rId3"/>
    <p:sldId id="333" r:id="rId4"/>
    <p:sldId id="261" r:id="rId5"/>
    <p:sldId id="331" r:id="rId6"/>
    <p:sldId id="332" r:id="rId7"/>
    <p:sldId id="330" r:id="rId8"/>
    <p:sldId id="315" r:id="rId9"/>
    <p:sldId id="319" r:id="rId10"/>
    <p:sldId id="323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801B"/>
    <a:srgbClr val="EAEA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1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41428-527C-4367-94D6-211D656D3E1A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EC44A2-86ED-46F4-A29B-8C770B4AA1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3647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71" name="Google Shape;1071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>
          <a:extLst>
            <a:ext uri="{FF2B5EF4-FFF2-40B4-BE49-F238E27FC236}">
              <a16:creationId xmlns:a16="http://schemas.microsoft.com/office/drawing/2014/main" id="{941A6CE4-1280-0281-CF3F-E292DA650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54dda1946d_6_332:notes">
            <a:extLst>
              <a:ext uri="{FF2B5EF4-FFF2-40B4-BE49-F238E27FC236}">
                <a16:creationId xmlns:a16="http://schemas.microsoft.com/office/drawing/2014/main" id="{1B121C64-3FAC-6281-21B1-26668DDCF0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76" name="Google Shape;1376;g54dda1946d_6_332:notes">
            <a:extLst>
              <a:ext uri="{FF2B5EF4-FFF2-40B4-BE49-F238E27FC236}">
                <a16:creationId xmlns:a16="http://schemas.microsoft.com/office/drawing/2014/main" id="{A5B322D8-F641-94E3-62EC-275E4EAD2E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65758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17" name="Google Shape;131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>
          <a:extLst>
            <a:ext uri="{FF2B5EF4-FFF2-40B4-BE49-F238E27FC236}">
              <a16:creationId xmlns:a16="http://schemas.microsoft.com/office/drawing/2014/main" id="{214A4F9B-F8F0-A53E-F4AA-86337F16B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54dda1946d_6_332:notes">
            <a:extLst>
              <a:ext uri="{FF2B5EF4-FFF2-40B4-BE49-F238E27FC236}">
                <a16:creationId xmlns:a16="http://schemas.microsoft.com/office/drawing/2014/main" id="{C4B784C0-BA20-240E-7499-A6CC80D307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76" name="Google Shape;1376;g54dda1946d_6_332:notes">
            <a:extLst>
              <a:ext uri="{FF2B5EF4-FFF2-40B4-BE49-F238E27FC236}">
                <a16:creationId xmlns:a16="http://schemas.microsoft.com/office/drawing/2014/main" id="{42F599E3-B2C8-FFF7-715D-7CAA377E5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8036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5">
          <a:extLst>
            <a:ext uri="{FF2B5EF4-FFF2-40B4-BE49-F238E27FC236}">
              <a16:creationId xmlns:a16="http://schemas.microsoft.com/office/drawing/2014/main" id="{D8175349-4E8D-ECF5-AFDE-4F772CB22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6" name="Google Shape;1316;g54dda1946d_6_322:notes">
            <a:extLst>
              <a:ext uri="{FF2B5EF4-FFF2-40B4-BE49-F238E27FC236}">
                <a16:creationId xmlns:a16="http://schemas.microsoft.com/office/drawing/2014/main" id="{B2B2632B-C9E4-79C0-7DEA-B4EB866DE4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17" name="Google Shape;1317;g54dda1946d_6_322:notes">
            <a:extLst>
              <a:ext uri="{FF2B5EF4-FFF2-40B4-BE49-F238E27FC236}">
                <a16:creationId xmlns:a16="http://schemas.microsoft.com/office/drawing/2014/main" id="{4CED163F-A2C0-862F-51C0-0CC85E8674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39410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>
          <a:extLst>
            <a:ext uri="{FF2B5EF4-FFF2-40B4-BE49-F238E27FC236}">
              <a16:creationId xmlns:a16="http://schemas.microsoft.com/office/drawing/2014/main" id="{64CB8AF0-090D-400A-7AB9-E46049F20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54dda1946d_6_332:notes">
            <a:extLst>
              <a:ext uri="{FF2B5EF4-FFF2-40B4-BE49-F238E27FC236}">
                <a16:creationId xmlns:a16="http://schemas.microsoft.com/office/drawing/2014/main" id="{F738FFBD-E8BF-2FD4-2D1A-895CEA26C0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76" name="Google Shape;1376;g54dda1946d_6_332:notes">
            <a:extLst>
              <a:ext uri="{FF2B5EF4-FFF2-40B4-BE49-F238E27FC236}">
                <a16:creationId xmlns:a16="http://schemas.microsoft.com/office/drawing/2014/main" id="{9E90CFFB-EFCD-CB41-77B6-8B7B78722B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4186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7">
          <a:extLst>
            <a:ext uri="{FF2B5EF4-FFF2-40B4-BE49-F238E27FC236}">
              <a16:creationId xmlns:a16="http://schemas.microsoft.com/office/drawing/2014/main" id="{778414FB-FA66-631E-F927-741734EDD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g13a3d64ba09_1_632:notes">
            <a:extLst>
              <a:ext uri="{FF2B5EF4-FFF2-40B4-BE49-F238E27FC236}">
                <a16:creationId xmlns:a16="http://schemas.microsoft.com/office/drawing/2014/main" id="{3B960DB5-BF76-F4B2-159C-DD80195660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29" name="Google Shape;1129;g13a3d64ba09_1_632:notes">
            <a:extLst>
              <a:ext uri="{FF2B5EF4-FFF2-40B4-BE49-F238E27FC236}">
                <a16:creationId xmlns:a16="http://schemas.microsoft.com/office/drawing/2014/main" id="{3517A0EA-7809-EC18-361D-BE5E131676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811891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4">
          <a:extLst>
            <a:ext uri="{FF2B5EF4-FFF2-40B4-BE49-F238E27FC236}">
              <a16:creationId xmlns:a16="http://schemas.microsoft.com/office/drawing/2014/main" id="{A2760F05-323E-38EB-6685-299854EA1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54dda1946d_6_332:notes">
            <a:extLst>
              <a:ext uri="{FF2B5EF4-FFF2-40B4-BE49-F238E27FC236}">
                <a16:creationId xmlns:a16="http://schemas.microsoft.com/office/drawing/2014/main" id="{CC319D31-12E2-AF41-99FA-EE3466F6AA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376" name="Google Shape;1376;g54dda1946d_6_332:notes">
            <a:extLst>
              <a:ext uri="{FF2B5EF4-FFF2-40B4-BE49-F238E27FC236}">
                <a16:creationId xmlns:a16="http://schemas.microsoft.com/office/drawing/2014/main" id="{08C52D17-BA18-8BA8-D5C6-6E6481EDBB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51765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4">
          <a:extLst>
            <a:ext uri="{FF2B5EF4-FFF2-40B4-BE49-F238E27FC236}">
              <a16:creationId xmlns:a16="http://schemas.microsoft.com/office/drawing/2014/main" id="{10FC72BE-25EB-B7B2-D584-6D03FD859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5" name="Google Shape;1625;g54dda1946d_6_377:notes">
            <a:extLst>
              <a:ext uri="{FF2B5EF4-FFF2-40B4-BE49-F238E27FC236}">
                <a16:creationId xmlns:a16="http://schemas.microsoft.com/office/drawing/2014/main" id="{24A77BE1-71B1-D61E-BE73-8004BFECA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626" name="Google Shape;1626;g54dda1946d_6_377:notes">
            <a:extLst>
              <a:ext uri="{FF2B5EF4-FFF2-40B4-BE49-F238E27FC236}">
                <a16:creationId xmlns:a16="http://schemas.microsoft.com/office/drawing/2014/main" id="{10EAE0C6-2EA3-CD74-61AA-0D9ABB6C67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95045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10" name="Google Shape;10;p2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11" name="Google Shape;11;p2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" name="Google Shape;12;p2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9" name="Google Shape;19;p2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8" name="Google Shape;28;p2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29" name="Google Shape;29;p2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" name="Google Shape;31;p2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2" name="Google Shape;32;p2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3" name="Google Shape;33;p2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4" name="Google Shape;34;p2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" name="Google Shape;35;p2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" name="Google Shape;36;p2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7" name="Google Shape;37;p2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2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" name="Google Shape;39;p2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" name="Google Shape;40;p2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1" name="Google Shape;41;p2"/>
          <p:cNvSpPr txBox="1">
            <a:spLocks noGrp="1"/>
          </p:cNvSpPr>
          <p:nvPr>
            <p:ph type="ctrTitle"/>
          </p:nvPr>
        </p:nvSpPr>
        <p:spPr>
          <a:xfrm>
            <a:off x="950967" y="701067"/>
            <a:ext cx="8464400" cy="5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067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2" name="Google Shape;42;p2"/>
          <p:cNvSpPr txBox="1">
            <a:spLocks noGrp="1"/>
          </p:cNvSpPr>
          <p:nvPr>
            <p:ph type="subTitle" idx="1"/>
          </p:nvPr>
        </p:nvSpPr>
        <p:spPr>
          <a:xfrm>
            <a:off x="1230000" y="4964320"/>
            <a:ext cx="5707600" cy="55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267">
                <a:latin typeface="Barlow"/>
                <a:ea typeface="Barlow"/>
                <a:cs typeface="Barlow"/>
                <a:sym typeface="Barlow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" name="Google Shape;43;p2"/>
          <p:cNvSpPr txBox="1">
            <a:spLocks noGrp="1"/>
          </p:cNvSpPr>
          <p:nvPr>
            <p:ph type="ctrTitle" idx="2"/>
          </p:nvPr>
        </p:nvSpPr>
        <p:spPr>
          <a:xfrm>
            <a:off x="950967" y="1322667"/>
            <a:ext cx="7057600" cy="31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099617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46" name="Google Shape;46;p3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47" name="Google Shape;47;p3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5" name="Google Shape;55;p3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56" name="Google Shape;56;p3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4" name="Google Shape;64;p3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65" name="Google Shape;65;p3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6" name="Google Shape;66;p3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" name="Google Shape;67;p3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" name="Google Shape;68;p3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9" name="Google Shape;69;p3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0" name="Google Shape;70;p3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3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3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3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3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5" name="Google Shape;75;p3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6" name="Google Shape;76;p3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7" name="Google Shape;77;p3"/>
          <p:cNvSpPr txBox="1">
            <a:spLocks noGrp="1"/>
          </p:cNvSpPr>
          <p:nvPr>
            <p:ph type="title"/>
          </p:nvPr>
        </p:nvSpPr>
        <p:spPr>
          <a:xfrm>
            <a:off x="5650967" y="1766716"/>
            <a:ext cx="5579600" cy="108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" name="Google Shape;78;p3"/>
          <p:cNvSpPr txBox="1">
            <a:spLocks noGrp="1"/>
          </p:cNvSpPr>
          <p:nvPr>
            <p:ph type="title" idx="2" hasCustomPrompt="1"/>
          </p:nvPr>
        </p:nvSpPr>
        <p:spPr>
          <a:xfrm>
            <a:off x="1771604" y="1857916"/>
            <a:ext cx="1628400" cy="99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3"/>
          <p:cNvSpPr txBox="1">
            <a:spLocks noGrp="1"/>
          </p:cNvSpPr>
          <p:nvPr>
            <p:ph type="subTitle" idx="1"/>
          </p:nvPr>
        </p:nvSpPr>
        <p:spPr>
          <a:xfrm>
            <a:off x="5650967" y="3117900"/>
            <a:ext cx="5376400" cy="5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620602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82" name="Google Shape;82;p4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83" name="Google Shape;83;p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1" name="Google Shape;91;p4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92" name="Google Shape;92;p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00" name="Google Shape;100;p4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101" name="Google Shape;101;p4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4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" name="Google Shape;103;p4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4" name="Google Shape;104;p4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4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4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7" name="Google Shape;107;p4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" name="Google Shape;108;p4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" name="Google Shape;109;p4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" name="Google Shape;110;p4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" name="Google Shape;111;p4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4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69033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43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●"/>
              <a:defRPr sz="1667"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■"/>
              <a:defRPr/>
            </a:lvl3pPr>
            <a:lvl4pPr marL="2438339" lvl="3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●"/>
              <a:defRPr/>
            </a:lvl4pPr>
            <a:lvl5pPr marL="3047924" lvl="4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○"/>
              <a:defRPr/>
            </a:lvl5pPr>
            <a:lvl6pPr marL="3657509" lvl="5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■"/>
              <a:defRPr/>
            </a:lvl6pPr>
            <a:lvl7pPr marL="4267093" lvl="6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●"/>
              <a:defRPr/>
            </a:lvl7pPr>
            <a:lvl8pPr marL="4876678" lvl="7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○"/>
              <a:defRPr/>
            </a:lvl8pPr>
            <a:lvl9pPr marL="5486263" lvl="8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115" name="Google Shape;115;p4"/>
          <p:cNvGrpSpPr/>
          <p:nvPr/>
        </p:nvGrpSpPr>
        <p:grpSpPr>
          <a:xfrm>
            <a:off x="143462" y="-49853"/>
            <a:ext cx="11987293" cy="6824309"/>
            <a:chOff x="107596" y="-37390"/>
            <a:chExt cx="8990470" cy="5118232"/>
          </a:xfrm>
        </p:grpSpPr>
        <p:sp>
          <p:nvSpPr>
            <p:cNvPr id="116" name="Google Shape;116;p4"/>
            <p:cNvSpPr/>
            <p:nvPr/>
          </p:nvSpPr>
          <p:spPr>
            <a:xfrm rot="1771310">
              <a:off x="171050" y="19077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4"/>
            <p:cNvSpPr/>
            <p:nvPr/>
          </p:nvSpPr>
          <p:spPr>
            <a:xfrm rot="1771310">
              <a:off x="8684675" y="401993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118" name="Google Shape;118;p4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8198674" y="178440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4"/>
            <p:cNvSpPr/>
            <p:nvPr/>
          </p:nvSpPr>
          <p:spPr>
            <a:xfrm rot="1771310">
              <a:off x="2650250" y="46675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4"/>
            <p:cNvSpPr/>
            <p:nvPr/>
          </p:nvSpPr>
          <p:spPr>
            <a:xfrm rot="1771310">
              <a:off x="5608475" y="1902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121" name="Google Shape;121;p4"/>
            <p:cNvGrpSpPr/>
            <p:nvPr/>
          </p:nvGrpSpPr>
          <p:grpSpPr>
            <a:xfrm>
              <a:off x="340180" y="-37390"/>
              <a:ext cx="746095" cy="516368"/>
              <a:chOff x="923424" y="1580182"/>
              <a:chExt cx="1171264" cy="810752"/>
            </a:xfrm>
          </p:grpSpPr>
          <p:sp>
            <p:nvSpPr>
              <p:cNvPr id="122" name="Google Shape;122;p4"/>
              <p:cNvSpPr/>
              <p:nvPr/>
            </p:nvSpPr>
            <p:spPr>
              <a:xfrm>
                <a:off x="9234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16266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0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0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1274896" y="1580182"/>
                <a:ext cx="468096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7" fill="none" extrusionOk="0">
                    <a:moveTo>
                      <a:pt x="21942" y="1"/>
                    </a:moveTo>
                    <a:lnTo>
                      <a:pt x="7314" y="1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1274896" y="1985558"/>
                <a:ext cx="468096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6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73302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" name="Google Shape;127;p5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128" name="Google Shape;128;p5"/>
            <p:cNvGrpSpPr/>
            <p:nvPr/>
          </p:nvGrpSpPr>
          <p:grpSpPr>
            <a:xfrm flipH="1">
              <a:off x="5831182" y="2927242"/>
              <a:ext cx="3303413" cy="1672498"/>
              <a:chOff x="-6475" y="2302000"/>
              <a:chExt cx="3303413" cy="1866002"/>
            </a:xfrm>
          </p:grpSpPr>
          <p:sp>
            <p:nvSpPr>
              <p:cNvPr id="129" name="Google Shape;129;p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2568895" y="3278202"/>
                <a:ext cx="298800" cy="889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37" name="Google Shape;137;p5"/>
            <p:cNvGrpSpPr/>
            <p:nvPr/>
          </p:nvGrpSpPr>
          <p:grpSpPr>
            <a:xfrm>
              <a:off x="-6475" y="2927242"/>
              <a:ext cx="3303413" cy="1672498"/>
              <a:chOff x="-6475" y="2302000"/>
              <a:chExt cx="3303413" cy="1866002"/>
            </a:xfrm>
          </p:grpSpPr>
          <p:sp>
            <p:nvSpPr>
              <p:cNvPr id="138" name="Google Shape;138;p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2568900" y="3278202"/>
                <a:ext cx="298800" cy="889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146" name="Google Shape;146;p5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147" name="Google Shape;147;p5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8" name="Google Shape;148;p5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9" name="Google Shape;149;p5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0" name="Google Shape;150;p5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1" name="Google Shape;151;p5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" name="Google Shape;152;p5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" name="Google Shape;153;p5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4" name="Google Shape;154;p5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5" name="Google Shape;155;p5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6" name="Google Shape;156;p5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7" name="Google Shape;157;p5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5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59" name="Google Shape;159;p5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0" name="Google Shape;160;p5"/>
          <p:cNvSpPr txBox="1">
            <a:spLocks noGrp="1"/>
          </p:cNvSpPr>
          <p:nvPr>
            <p:ph type="subTitle" idx="1"/>
          </p:nvPr>
        </p:nvSpPr>
        <p:spPr>
          <a:xfrm>
            <a:off x="6756884" y="5125048"/>
            <a:ext cx="294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5"/>
          <p:cNvSpPr txBox="1">
            <a:spLocks noGrp="1"/>
          </p:cNvSpPr>
          <p:nvPr>
            <p:ph type="subTitle" idx="2"/>
          </p:nvPr>
        </p:nvSpPr>
        <p:spPr>
          <a:xfrm>
            <a:off x="2489901" y="5125048"/>
            <a:ext cx="294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5"/>
          <p:cNvSpPr txBox="1">
            <a:spLocks noGrp="1"/>
          </p:cNvSpPr>
          <p:nvPr>
            <p:ph type="subTitle" idx="3"/>
          </p:nvPr>
        </p:nvSpPr>
        <p:spPr>
          <a:xfrm>
            <a:off x="6756884" y="4513500"/>
            <a:ext cx="294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6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5"/>
          <p:cNvSpPr txBox="1">
            <a:spLocks noGrp="1"/>
          </p:cNvSpPr>
          <p:nvPr>
            <p:ph type="subTitle" idx="4"/>
          </p:nvPr>
        </p:nvSpPr>
        <p:spPr>
          <a:xfrm>
            <a:off x="2489901" y="4513500"/>
            <a:ext cx="29452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6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164" name="Google Shape;164;p5"/>
          <p:cNvGrpSpPr/>
          <p:nvPr/>
        </p:nvGrpSpPr>
        <p:grpSpPr>
          <a:xfrm>
            <a:off x="1213361" y="83529"/>
            <a:ext cx="10345560" cy="6373027"/>
            <a:chOff x="910021" y="62647"/>
            <a:chExt cx="7759170" cy="4779770"/>
          </a:xfrm>
        </p:grpSpPr>
        <p:sp>
          <p:nvSpPr>
            <p:cNvPr id="165" name="Google Shape;165;p5"/>
            <p:cNvSpPr/>
            <p:nvPr/>
          </p:nvSpPr>
          <p:spPr>
            <a:xfrm rot="1771310">
              <a:off x="8255800" y="42713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5"/>
            <p:cNvSpPr/>
            <p:nvPr/>
          </p:nvSpPr>
          <p:spPr>
            <a:xfrm rot="1771310">
              <a:off x="1930850" y="1261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" name="Google Shape;167;p5"/>
            <p:cNvSpPr/>
            <p:nvPr/>
          </p:nvSpPr>
          <p:spPr>
            <a:xfrm rot="1771310">
              <a:off x="973475" y="44290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468097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7" name="Google Shape;207;p7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208" name="Google Shape;208;p7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209" name="Google Shape;209;p7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0" name="Google Shape;210;p7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1" name="Google Shape;211;p7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2" name="Google Shape;212;p7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3" name="Google Shape;213;p7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4" name="Google Shape;214;p7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5" name="Google Shape;215;p7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6" name="Google Shape;216;p7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17" name="Google Shape;217;p7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218" name="Google Shape;218;p7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19" name="Google Shape;219;p7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0" name="Google Shape;220;p7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1" name="Google Shape;221;p7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2" name="Google Shape;222;p7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3" name="Google Shape;223;p7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4" name="Google Shape;224;p7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25" name="Google Shape;225;p7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26" name="Google Shape;226;p7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227" name="Google Shape;227;p7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7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7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7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7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7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7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4" name="Google Shape;234;p7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5" name="Google Shape;235;p7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6" name="Google Shape;236;p7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7" name="Google Shape;237;p7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8" name="Google Shape;238;p7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39" name="Google Shape;239;p7"/>
          <p:cNvSpPr txBox="1">
            <a:spLocks noGrp="1"/>
          </p:cNvSpPr>
          <p:nvPr>
            <p:ph type="title"/>
          </p:nvPr>
        </p:nvSpPr>
        <p:spPr>
          <a:xfrm>
            <a:off x="964433" y="719333"/>
            <a:ext cx="6136800" cy="159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0" name="Google Shape;240;p7"/>
          <p:cNvSpPr txBox="1">
            <a:spLocks noGrp="1"/>
          </p:cNvSpPr>
          <p:nvPr>
            <p:ph type="subTitle" idx="1"/>
          </p:nvPr>
        </p:nvSpPr>
        <p:spPr>
          <a:xfrm>
            <a:off x="960000" y="2318533"/>
            <a:ext cx="6136800" cy="2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Barlow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41" name="Google Shape;241;p7"/>
          <p:cNvGrpSpPr/>
          <p:nvPr/>
        </p:nvGrpSpPr>
        <p:grpSpPr>
          <a:xfrm>
            <a:off x="3157062" y="-262204"/>
            <a:ext cx="9417351" cy="6184727"/>
            <a:chOff x="2367796" y="-196653"/>
            <a:chExt cx="7063013" cy="4638545"/>
          </a:xfrm>
        </p:grpSpPr>
        <p:sp>
          <p:nvSpPr>
            <p:cNvPr id="242" name="Google Shape;242;p7"/>
            <p:cNvSpPr/>
            <p:nvPr/>
          </p:nvSpPr>
          <p:spPr>
            <a:xfrm rot="1771310">
              <a:off x="2431250" y="-1331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3" name="Google Shape;243;p7"/>
            <p:cNvSpPr/>
            <p:nvPr/>
          </p:nvSpPr>
          <p:spPr>
            <a:xfrm rot="1771310">
              <a:off x="8643475" y="40285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244" name="Google Shape;244;p7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-2524089">
              <a:off x="8597923" y="931801"/>
              <a:ext cx="726650" cy="5965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5" name="Google Shape;245;p7"/>
          <p:cNvSpPr/>
          <p:nvPr/>
        </p:nvSpPr>
        <p:spPr>
          <a:xfrm rot="1771233">
            <a:off x="7174500" y="2088987"/>
            <a:ext cx="4639257" cy="4637655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A4ABD7">
              <a:alpha val="256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39446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7" name="Google Shape;247;p8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248" name="Google Shape;248;p8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249" name="Google Shape;249;p8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0" name="Google Shape;250;p8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1" name="Google Shape;251;p8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2" name="Google Shape;252;p8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3" name="Google Shape;253;p8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4" name="Google Shape;254;p8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5" name="Google Shape;255;p8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6" name="Google Shape;256;p8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57" name="Google Shape;257;p8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258" name="Google Shape;258;p8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59" name="Google Shape;259;p8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0" name="Google Shape;260;p8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1" name="Google Shape;261;p8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2" name="Google Shape;262;p8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3" name="Google Shape;263;p8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4" name="Google Shape;264;p8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265" name="Google Shape;265;p8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266" name="Google Shape;266;p8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267" name="Google Shape;267;p8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8" name="Google Shape;268;p8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9" name="Google Shape;269;p8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0" name="Google Shape;270;p8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1" name="Google Shape;271;p8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8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3" name="Google Shape;273;p8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4" name="Google Shape;274;p8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5" name="Google Shape;275;p8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6" name="Google Shape;276;p8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7" name="Google Shape;277;p8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8" name="Google Shape;278;p8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79" name="Google Shape;279;p8"/>
          <p:cNvSpPr txBox="1">
            <a:spLocks noGrp="1"/>
          </p:cNvSpPr>
          <p:nvPr>
            <p:ph type="title"/>
          </p:nvPr>
        </p:nvSpPr>
        <p:spPr>
          <a:xfrm>
            <a:off x="959984" y="1005751"/>
            <a:ext cx="7730000" cy="30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80" name="Google Shape;280;p8"/>
          <p:cNvGrpSpPr/>
          <p:nvPr/>
        </p:nvGrpSpPr>
        <p:grpSpPr>
          <a:xfrm>
            <a:off x="88299" y="-293937"/>
            <a:ext cx="8109756" cy="6750493"/>
            <a:chOff x="66224" y="-220453"/>
            <a:chExt cx="6082317" cy="5062870"/>
          </a:xfrm>
        </p:grpSpPr>
        <p:sp>
          <p:nvSpPr>
            <p:cNvPr id="281" name="Google Shape;281;p8"/>
            <p:cNvSpPr/>
            <p:nvPr/>
          </p:nvSpPr>
          <p:spPr>
            <a:xfrm rot="1771310">
              <a:off x="5735150" y="-1569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8"/>
            <p:cNvSpPr/>
            <p:nvPr/>
          </p:nvSpPr>
          <p:spPr>
            <a:xfrm rot="1771310">
              <a:off x="4397025" y="44290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8"/>
            <p:cNvSpPr/>
            <p:nvPr/>
          </p:nvSpPr>
          <p:spPr>
            <a:xfrm rot="1771310">
              <a:off x="306600" y="2649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284" name="Google Shape;284;p8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66224" y="276452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6901533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"/>
          <p:cNvSpPr txBox="1">
            <a:spLocks noGrp="1"/>
          </p:cNvSpPr>
          <p:nvPr>
            <p:ph type="title"/>
          </p:nvPr>
        </p:nvSpPr>
        <p:spPr>
          <a:xfrm>
            <a:off x="950967" y="719333"/>
            <a:ext cx="7784000" cy="157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327" name="Google Shape;327;p10"/>
          <p:cNvGrpSpPr/>
          <p:nvPr/>
        </p:nvGrpSpPr>
        <p:grpSpPr>
          <a:xfrm>
            <a:off x="97962" y="-314171"/>
            <a:ext cx="11627505" cy="7172160"/>
            <a:chOff x="73471" y="-235628"/>
            <a:chExt cx="8720629" cy="5379120"/>
          </a:xfrm>
        </p:grpSpPr>
        <p:sp>
          <p:nvSpPr>
            <p:cNvPr id="328" name="Google Shape;328;p10"/>
            <p:cNvSpPr/>
            <p:nvPr/>
          </p:nvSpPr>
          <p:spPr>
            <a:xfrm rot="1771310">
              <a:off x="136925" y="2276476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10"/>
            <p:cNvSpPr/>
            <p:nvPr/>
          </p:nvSpPr>
          <p:spPr>
            <a:xfrm rot="1771310">
              <a:off x="5907475" y="-172112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10"/>
            <p:cNvSpPr/>
            <p:nvPr/>
          </p:nvSpPr>
          <p:spPr>
            <a:xfrm rot="1771310">
              <a:off x="3415400" y="47301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331" name="Google Shape;331;p10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8067449" y="24122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6157678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11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334" name="Google Shape;334;p11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335" name="Google Shape;335;p11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6" name="Google Shape;336;p11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7" name="Google Shape;337;p11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8" name="Google Shape;338;p11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39" name="Google Shape;339;p11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0" name="Google Shape;340;p11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1" name="Google Shape;341;p11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2" name="Google Shape;342;p11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43" name="Google Shape;343;p11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344" name="Google Shape;344;p11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5" name="Google Shape;345;p11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6" name="Google Shape;346;p11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7" name="Google Shape;347;p11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8" name="Google Shape;348;p11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49" name="Google Shape;349;p11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0" name="Google Shape;350;p11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51" name="Google Shape;351;p11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52" name="Google Shape;352;p11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353" name="Google Shape;353;p11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4" name="Google Shape;354;p11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5" name="Google Shape;355;p11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1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1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1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1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0" name="Google Shape;360;p11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1" name="Google Shape;361;p11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2" name="Google Shape;362;p11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3" name="Google Shape;363;p11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64" name="Google Shape;364;p11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65" name="Google Shape;365;p11"/>
          <p:cNvSpPr txBox="1">
            <a:spLocks noGrp="1"/>
          </p:cNvSpPr>
          <p:nvPr>
            <p:ph type="title" hasCustomPrompt="1"/>
          </p:nvPr>
        </p:nvSpPr>
        <p:spPr>
          <a:xfrm>
            <a:off x="950967" y="2120433"/>
            <a:ext cx="6213200" cy="165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466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366" name="Google Shape;366;p11"/>
          <p:cNvSpPr txBox="1">
            <a:spLocks noGrp="1"/>
          </p:cNvSpPr>
          <p:nvPr>
            <p:ph type="subTitle" idx="1"/>
          </p:nvPr>
        </p:nvSpPr>
        <p:spPr>
          <a:xfrm>
            <a:off x="1210500" y="3775167"/>
            <a:ext cx="5953600" cy="58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367" name="Google Shape;367;p11"/>
          <p:cNvGrpSpPr/>
          <p:nvPr/>
        </p:nvGrpSpPr>
        <p:grpSpPr>
          <a:xfrm>
            <a:off x="3157062" y="-262203"/>
            <a:ext cx="9417351" cy="2522113"/>
            <a:chOff x="2367796" y="-196653"/>
            <a:chExt cx="7063013" cy="1891585"/>
          </a:xfrm>
        </p:grpSpPr>
        <p:sp>
          <p:nvSpPr>
            <p:cNvPr id="368" name="Google Shape;368;p11"/>
            <p:cNvSpPr/>
            <p:nvPr/>
          </p:nvSpPr>
          <p:spPr>
            <a:xfrm rot="1771310">
              <a:off x="2431250" y="-1331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369" name="Google Shape;369;p11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-2524089">
              <a:off x="8597923" y="931801"/>
              <a:ext cx="726650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5105963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17453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13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373" name="Google Shape;373;p13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374" name="Google Shape;374;p13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7" name="Google Shape;377;p13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8" name="Google Shape;378;p13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79" name="Google Shape;379;p13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0" name="Google Shape;380;p13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1" name="Google Shape;381;p13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82" name="Google Shape;382;p13"/>
            <p:cNvGrpSpPr/>
            <p:nvPr/>
          </p:nvGrpSpPr>
          <p:grpSpPr>
            <a:xfrm>
              <a:off x="-6475" y="2927242"/>
              <a:ext cx="3303413" cy="1672508"/>
              <a:chOff x="-6475" y="2302000"/>
              <a:chExt cx="3303413" cy="1866014"/>
            </a:xfrm>
          </p:grpSpPr>
          <p:sp>
            <p:nvSpPr>
              <p:cNvPr id="383" name="Google Shape;383;p13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4" name="Google Shape;384;p13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5" name="Google Shape;385;p13"/>
              <p:cNvSpPr/>
              <p:nvPr/>
            </p:nvSpPr>
            <p:spPr>
              <a:xfrm>
                <a:off x="851975" y="3112061"/>
                <a:ext cx="298800" cy="105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6" name="Google Shape;386;p13"/>
              <p:cNvSpPr/>
              <p:nvPr/>
            </p:nvSpPr>
            <p:spPr>
              <a:xfrm>
                <a:off x="1281225" y="3216155"/>
                <a:ext cx="298800" cy="951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7" name="Google Shape;387;p13"/>
              <p:cNvSpPr/>
              <p:nvPr/>
            </p:nvSpPr>
            <p:spPr>
              <a:xfrm>
                <a:off x="1710450" y="3376314"/>
                <a:ext cx="298800" cy="791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8" name="Google Shape;388;p13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89" name="Google Shape;389;p13"/>
              <p:cNvSpPr/>
              <p:nvPr/>
            </p:nvSpPr>
            <p:spPr>
              <a:xfrm>
                <a:off x="2568903" y="3376314"/>
                <a:ext cx="298800" cy="791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390" name="Google Shape;390;p13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391" name="Google Shape;391;p13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392" name="Google Shape;392;p13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3" name="Google Shape;393;p13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4" name="Google Shape;394;p13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5" name="Google Shape;395;p13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6" name="Google Shape;396;p13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7" name="Google Shape;397;p13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8" name="Google Shape;398;p13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99" name="Google Shape;399;p13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0" name="Google Shape;400;p13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1" name="Google Shape;401;p13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2" name="Google Shape;402;p13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03" name="Google Shape;403;p13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04" name="Google Shape;404;p1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405" name="Google Shape;405;p13"/>
          <p:cNvGrpSpPr/>
          <p:nvPr/>
        </p:nvGrpSpPr>
        <p:grpSpPr>
          <a:xfrm>
            <a:off x="33566" y="13"/>
            <a:ext cx="12158423" cy="6774444"/>
            <a:chOff x="25174" y="9"/>
            <a:chExt cx="9118817" cy="5080833"/>
          </a:xfrm>
        </p:grpSpPr>
        <p:sp>
          <p:nvSpPr>
            <p:cNvPr id="406" name="Google Shape;406;p13"/>
            <p:cNvSpPr/>
            <p:nvPr/>
          </p:nvSpPr>
          <p:spPr>
            <a:xfrm rot="1771310">
              <a:off x="8730600" y="11043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407" name="Google Shape;407;p13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25174" y="430572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13"/>
            <p:cNvSpPr/>
            <p:nvPr/>
          </p:nvSpPr>
          <p:spPr>
            <a:xfrm rot="1771310">
              <a:off x="4677350" y="46675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13"/>
            <p:cNvSpPr/>
            <p:nvPr/>
          </p:nvSpPr>
          <p:spPr>
            <a:xfrm rot="1771310">
              <a:off x="538250" y="63526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000217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p14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412" name="Google Shape;412;p14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413" name="Google Shape;413;p1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4" name="Google Shape;414;p1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5" name="Google Shape;415;p1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6" name="Google Shape;416;p1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7" name="Google Shape;417;p1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8" name="Google Shape;418;p1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19" name="Google Shape;419;p1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0" name="Google Shape;420;p1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21" name="Google Shape;421;p14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422" name="Google Shape;422;p1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3" name="Google Shape;423;p1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4" name="Google Shape;424;p1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5" name="Google Shape;425;p1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6" name="Google Shape;426;p1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7" name="Google Shape;427;p1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8" name="Google Shape;428;p1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29" name="Google Shape;429;p1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30" name="Google Shape;430;p14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431" name="Google Shape;431;p14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2" name="Google Shape;432;p14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3" name="Google Shape;433;p14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4" name="Google Shape;434;p14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5" name="Google Shape;435;p14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6" name="Google Shape;436;p14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7" name="Google Shape;437;p14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8" name="Google Shape;438;p14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39" name="Google Shape;439;p14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0" name="Google Shape;440;p14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1" name="Google Shape;441;p14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2" name="Google Shape;442;p14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43" name="Google Shape;443;p14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44" name="Google Shape;444;p14"/>
          <p:cNvSpPr txBox="1">
            <a:spLocks noGrp="1"/>
          </p:cNvSpPr>
          <p:nvPr>
            <p:ph type="subTitle" idx="1"/>
          </p:nvPr>
        </p:nvSpPr>
        <p:spPr>
          <a:xfrm>
            <a:off x="2162919" y="2656481"/>
            <a:ext cx="2896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14"/>
          <p:cNvSpPr txBox="1">
            <a:spLocks noGrp="1"/>
          </p:cNvSpPr>
          <p:nvPr>
            <p:ph type="subTitle" idx="2"/>
          </p:nvPr>
        </p:nvSpPr>
        <p:spPr>
          <a:xfrm>
            <a:off x="6278573" y="2656481"/>
            <a:ext cx="290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6" name="Google Shape;446;p14"/>
          <p:cNvSpPr txBox="1">
            <a:spLocks noGrp="1"/>
          </p:cNvSpPr>
          <p:nvPr>
            <p:ph type="subTitle" idx="3"/>
          </p:nvPr>
        </p:nvSpPr>
        <p:spPr>
          <a:xfrm>
            <a:off x="4107945" y="4466575"/>
            <a:ext cx="290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7" name="Google Shape;447;p14"/>
          <p:cNvSpPr txBox="1">
            <a:spLocks noGrp="1"/>
          </p:cNvSpPr>
          <p:nvPr>
            <p:ph type="subTitle" idx="4"/>
          </p:nvPr>
        </p:nvSpPr>
        <p:spPr>
          <a:xfrm>
            <a:off x="8228800" y="4466575"/>
            <a:ext cx="29016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8" name="Google Shape;448;p14"/>
          <p:cNvSpPr txBox="1">
            <a:spLocks noGrp="1"/>
          </p:cNvSpPr>
          <p:nvPr>
            <p:ph type="title" idx="5" hasCustomPrompt="1"/>
          </p:nvPr>
        </p:nvSpPr>
        <p:spPr>
          <a:xfrm>
            <a:off x="1074919" y="2249875"/>
            <a:ext cx="74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49" name="Google Shape;449;p14"/>
          <p:cNvSpPr txBox="1">
            <a:spLocks noGrp="1"/>
          </p:cNvSpPr>
          <p:nvPr>
            <p:ph type="title" idx="6" hasCustomPrompt="1"/>
          </p:nvPr>
        </p:nvSpPr>
        <p:spPr>
          <a:xfrm>
            <a:off x="3147873" y="4077267"/>
            <a:ext cx="743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50" name="Google Shape;450;p14"/>
          <p:cNvSpPr txBox="1">
            <a:spLocks noGrp="1"/>
          </p:cNvSpPr>
          <p:nvPr>
            <p:ph type="title" idx="7" hasCustomPrompt="1"/>
          </p:nvPr>
        </p:nvSpPr>
        <p:spPr>
          <a:xfrm>
            <a:off x="5195296" y="2249875"/>
            <a:ext cx="743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51" name="Google Shape;451;p14"/>
          <p:cNvSpPr txBox="1">
            <a:spLocks noGrp="1"/>
          </p:cNvSpPr>
          <p:nvPr>
            <p:ph type="title" idx="8" hasCustomPrompt="1"/>
          </p:nvPr>
        </p:nvSpPr>
        <p:spPr>
          <a:xfrm>
            <a:off x="7250989" y="4077267"/>
            <a:ext cx="749600" cy="59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452" name="Google Shape;452;p14"/>
          <p:cNvSpPr txBox="1">
            <a:spLocks noGrp="1"/>
          </p:cNvSpPr>
          <p:nvPr>
            <p:ph type="subTitle" idx="9"/>
          </p:nvPr>
        </p:nvSpPr>
        <p:spPr>
          <a:xfrm>
            <a:off x="2162933" y="2249868"/>
            <a:ext cx="28964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3" name="Google Shape;453;p14"/>
          <p:cNvSpPr txBox="1">
            <a:spLocks noGrp="1"/>
          </p:cNvSpPr>
          <p:nvPr>
            <p:ph type="subTitle" idx="13"/>
          </p:nvPr>
        </p:nvSpPr>
        <p:spPr>
          <a:xfrm>
            <a:off x="6278577" y="2249868"/>
            <a:ext cx="29016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4" name="Google Shape;454;p14"/>
          <p:cNvSpPr txBox="1">
            <a:spLocks noGrp="1"/>
          </p:cNvSpPr>
          <p:nvPr>
            <p:ph type="subTitle" idx="14"/>
          </p:nvPr>
        </p:nvSpPr>
        <p:spPr>
          <a:xfrm>
            <a:off x="4107945" y="4077267"/>
            <a:ext cx="29016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5" name="Google Shape;455;p14"/>
          <p:cNvSpPr txBox="1">
            <a:spLocks noGrp="1"/>
          </p:cNvSpPr>
          <p:nvPr>
            <p:ph type="subTitle" idx="15"/>
          </p:nvPr>
        </p:nvSpPr>
        <p:spPr>
          <a:xfrm>
            <a:off x="8228800" y="4077267"/>
            <a:ext cx="2901600" cy="59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56" name="Google Shape;456;p14"/>
          <p:cNvGrpSpPr/>
          <p:nvPr/>
        </p:nvGrpSpPr>
        <p:grpSpPr>
          <a:xfrm>
            <a:off x="107695" y="-327570"/>
            <a:ext cx="10561227" cy="6977271"/>
            <a:chOff x="80771" y="-245678"/>
            <a:chExt cx="7920920" cy="5232953"/>
          </a:xfrm>
        </p:grpSpPr>
        <p:sp>
          <p:nvSpPr>
            <p:cNvPr id="457" name="Google Shape;457;p14"/>
            <p:cNvSpPr/>
            <p:nvPr/>
          </p:nvSpPr>
          <p:spPr>
            <a:xfrm rot="1771310">
              <a:off x="144225" y="10149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14"/>
            <p:cNvSpPr/>
            <p:nvPr/>
          </p:nvSpPr>
          <p:spPr>
            <a:xfrm rot="1771310">
              <a:off x="7588300" y="45140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459" name="Google Shape;459;p14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4096374" y="439072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14"/>
            <p:cNvSpPr/>
            <p:nvPr/>
          </p:nvSpPr>
          <p:spPr>
            <a:xfrm rot="1771310">
              <a:off x="4817425" y="-182162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9790663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2" name="Google Shape;462;p15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463" name="Google Shape;463;p15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464" name="Google Shape;464;p1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5" name="Google Shape;465;p1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6" name="Google Shape;466;p1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7" name="Google Shape;467;p1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8" name="Google Shape;468;p1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69" name="Google Shape;469;p1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0" name="Google Shape;470;p15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1" name="Google Shape;471;p1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72" name="Google Shape;472;p15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473" name="Google Shape;473;p1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4" name="Google Shape;474;p1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5" name="Google Shape;475;p1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6" name="Google Shape;476;p1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7" name="Google Shape;477;p1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8" name="Google Shape;478;p1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79" name="Google Shape;479;p15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480" name="Google Shape;480;p1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481" name="Google Shape;481;p15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482" name="Google Shape;482;p15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3" name="Google Shape;483;p15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4" name="Google Shape;484;p15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5" name="Google Shape;485;p15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6" name="Google Shape;486;p15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7" name="Google Shape;487;p15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8" name="Google Shape;488;p15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9" name="Google Shape;489;p15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0" name="Google Shape;490;p15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1" name="Google Shape;491;p15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5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5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94" name="Google Shape;494;p15"/>
          <p:cNvSpPr txBox="1">
            <a:spLocks noGrp="1"/>
          </p:cNvSpPr>
          <p:nvPr>
            <p:ph type="title"/>
          </p:nvPr>
        </p:nvSpPr>
        <p:spPr>
          <a:xfrm>
            <a:off x="1121233" y="4235317"/>
            <a:ext cx="96060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95" name="Google Shape;495;p15"/>
          <p:cNvSpPr txBox="1">
            <a:spLocks noGrp="1"/>
          </p:cNvSpPr>
          <p:nvPr>
            <p:ph type="subTitle" idx="1"/>
          </p:nvPr>
        </p:nvSpPr>
        <p:spPr>
          <a:xfrm>
            <a:off x="1121233" y="1913484"/>
            <a:ext cx="9606000" cy="19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6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496" name="Google Shape;496;p15"/>
          <p:cNvGrpSpPr/>
          <p:nvPr/>
        </p:nvGrpSpPr>
        <p:grpSpPr>
          <a:xfrm>
            <a:off x="-71138" y="-253704"/>
            <a:ext cx="12368193" cy="7149293"/>
            <a:chOff x="-53354" y="-190278"/>
            <a:chExt cx="9276145" cy="5361970"/>
          </a:xfrm>
        </p:grpSpPr>
        <p:sp>
          <p:nvSpPr>
            <p:cNvPr id="497" name="Google Shape;497;p15"/>
            <p:cNvSpPr/>
            <p:nvPr/>
          </p:nvSpPr>
          <p:spPr>
            <a:xfrm rot="1771310">
              <a:off x="10100" y="13667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8" name="Google Shape;498;p15"/>
            <p:cNvSpPr/>
            <p:nvPr/>
          </p:nvSpPr>
          <p:spPr>
            <a:xfrm rot="1771310">
              <a:off x="8809400" y="22764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9" name="Google Shape;499;p15"/>
            <p:cNvSpPr/>
            <p:nvPr/>
          </p:nvSpPr>
          <p:spPr>
            <a:xfrm rot="1771310">
              <a:off x="7064750" y="-126762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15"/>
            <p:cNvSpPr/>
            <p:nvPr/>
          </p:nvSpPr>
          <p:spPr>
            <a:xfrm rot="1771310">
              <a:off x="776675" y="47583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824914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2" name="Google Shape;502;p16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503" name="Google Shape;503;p16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504" name="Google Shape;504;p16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5" name="Google Shape;505;p16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6" name="Google Shape;506;p16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7" name="Google Shape;507;p16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8" name="Google Shape;508;p16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09" name="Google Shape;509;p16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0" name="Google Shape;510;p16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11" name="Google Shape;511;p16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12" name="Google Shape;512;p16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513" name="Google Shape;513;p16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4" name="Google Shape;514;p16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5" name="Google Shape;515;p16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6" name="Google Shape;516;p16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7" name="Google Shape;517;p16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8" name="Google Shape;518;p16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19" name="Google Shape;519;p16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0" name="Google Shape;520;p16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1" name="Google Shape;521;p16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2" name="Google Shape;522;p16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3" name="Google Shape;523;p16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24" name="Google Shape;524;p16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25" name="Google Shape;525;p16"/>
          <p:cNvSpPr txBox="1">
            <a:spLocks noGrp="1"/>
          </p:cNvSpPr>
          <p:nvPr>
            <p:ph type="title"/>
          </p:nvPr>
        </p:nvSpPr>
        <p:spPr>
          <a:xfrm>
            <a:off x="950967" y="1391803"/>
            <a:ext cx="4638400" cy="24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6" name="Google Shape;526;p16"/>
          <p:cNvSpPr txBox="1">
            <a:spLocks noGrp="1"/>
          </p:cNvSpPr>
          <p:nvPr>
            <p:ph type="subTitle" idx="1"/>
          </p:nvPr>
        </p:nvSpPr>
        <p:spPr>
          <a:xfrm>
            <a:off x="950967" y="3786197"/>
            <a:ext cx="4638400" cy="107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527" name="Google Shape;527;p16"/>
          <p:cNvGrpSpPr/>
          <p:nvPr/>
        </p:nvGrpSpPr>
        <p:grpSpPr>
          <a:xfrm>
            <a:off x="194028" y="148230"/>
            <a:ext cx="11820293" cy="4627493"/>
            <a:chOff x="145521" y="111172"/>
            <a:chExt cx="8865220" cy="3470620"/>
          </a:xfrm>
        </p:grpSpPr>
        <p:sp>
          <p:nvSpPr>
            <p:cNvPr id="528" name="Google Shape;528;p16"/>
            <p:cNvSpPr/>
            <p:nvPr/>
          </p:nvSpPr>
          <p:spPr>
            <a:xfrm rot="1771310">
              <a:off x="8597350" y="170913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16"/>
            <p:cNvSpPr/>
            <p:nvPr/>
          </p:nvSpPr>
          <p:spPr>
            <a:xfrm rot="1771310">
              <a:off x="208975" y="31684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16"/>
            <p:cNvSpPr/>
            <p:nvPr/>
          </p:nvSpPr>
          <p:spPr>
            <a:xfrm rot="1771310">
              <a:off x="1568275" y="1746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157638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" name="Google Shape;532;p17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533" name="Google Shape;533;p17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534" name="Google Shape;534;p17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5" name="Google Shape;535;p17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6" name="Google Shape;536;p17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7" name="Google Shape;537;p17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8" name="Google Shape;538;p17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39" name="Google Shape;539;p17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0" name="Google Shape;540;p17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1" name="Google Shape;541;p17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42" name="Google Shape;542;p17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543" name="Google Shape;543;p17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4" name="Google Shape;544;p17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5" name="Google Shape;545;p17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6" name="Google Shape;546;p17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7" name="Google Shape;547;p17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8" name="Google Shape;548;p17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49" name="Google Shape;549;p17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50" name="Google Shape;550;p17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51" name="Google Shape;551;p17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552" name="Google Shape;552;p17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3" name="Google Shape;553;p17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4" name="Google Shape;554;p17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5" name="Google Shape;555;p17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6" name="Google Shape;556;p17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7" name="Google Shape;557;p17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8" name="Google Shape;558;p17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9" name="Google Shape;559;p17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0" name="Google Shape;560;p17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1" name="Google Shape;561;p17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2" name="Google Shape;562;p17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63" name="Google Shape;563;p17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564" name="Google Shape;564;p17"/>
          <p:cNvSpPr txBox="1">
            <a:spLocks noGrp="1"/>
          </p:cNvSpPr>
          <p:nvPr>
            <p:ph type="title"/>
          </p:nvPr>
        </p:nvSpPr>
        <p:spPr>
          <a:xfrm>
            <a:off x="950967" y="2553833"/>
            <a:ext cx="4504000" cy="92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65" name="Google Shape;565;p17"/>
          <p:cNvSpPr txBox="1">
            <a:spLocks noGrp="1"/>
          </p:cNvSpPr>
          <p:nvPr>
            <p:ph type="subTitle" idx="1"/>
          </p:nvPr>
        </p:nvSpPr>
        <p:spPr>
          <a:xfrm>
            <a:off x="950967" y="3475433"/>
            <a:ext cx="4504000" cy="10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566" name="Google Shape;566;p17"/>
          <p:cNvGrpSpPr/>
          <p:nvPr/>
        </p:nvGrpSpPr>
        <p:grpSpPr>
          <a:xfrm>
            <a:off x="160195" y="241730"/>
            <a:ext cx="9161160" cy="6419293"/>
            <a:chOff x="120146" y="181297"/>
            <a:chExt cx="6870870" cy="4814470"/>
          </a:xfrm>
        </p:grpSpPr>
        <p:grpSp>
          <p:nvGrpSpPr>
            <p:cNvPr id="567" name="Google Shape;567;p17"/>
            <p:cNvGrpSpPr/>
            <p:nvPr/>
          </p:nvGrpSpPr>
          <p:grpSpPr>
            <a:xfrm>
              <a:off x="120146" y="181297"/>
              <a:ext cx="6870870" cy="4814470"/>
              <a:chOff x="120146" y="181297"/>
              <a:chExt cx="6870870" cy="4814470"/>
            </a:xfrm>
          </p:grpSpPr>
          <p:sp>
            <p:nvSpPr>
              <p:cNvPr id="568" name="Google Shape;568;p17"/>
              <p:cNvSpPr/>
              <p:nvPr/>
            </p:nvSpPr>
            <p:spPr>
              <a:xfrm rot="1771310">
                <a:off x="6577625" y="244813"/>
                <a:ext cx="349937" cy="349812"/>
              </a:xfrm>
              <a:custGeom>
                <a:avLst/>
                <a:gdLst/>
                <a:ahLst/>
                <a:cxnLst/>
                <a:rect l="l" t="t" r="r" b="b"/>
                <a:pathLst>
                  <a:path w="36610" h="36610" extrusionOk="0">
                    <a:moveTo>
                      <a:pt x="36609" y="21428"/>
                    </a:moveTo>
                    <a:lnTo>
                      <a:pt x="36609" y="15183"/>
                    </a:lnTo>
                    <a:lnTo>
                      <a:pt x="32092" y="15183"/>
                    </a:lnTo>
                    <a:cubicBezTo>
                      <a:pt x="31732" y="13592"/>
                      <a:pt x="31102" y="12105"/>
                      <a:pt x="30257" y="10768"/>
                    </a:cubicBezTo>
                    <a:lnTo>
                      <a:pt x="33456" y="7569"/>
                    </a:lnTo>
                    <a:lnTo>
                      <a:pt x="29041" y="3154"/>
                    </a:lnTo>
                    <a:lnTo>
                      <a:pt x="25842" y="6353"/>
                    </a:lnTo>
                    <a:cubicBezTo>
                      <a:pt x="24505" y="5508"/>
                      <a:pt x="23019" y="4878"/>
                      <a:pt x="21427" y="4519"/>
                    </a:cubicBezTo>
                    <a:lnTo>
                      <a:pt x="21427" y="1"/>
                    </a:lnTo>
                    <a:lnTo>
                      <a:pt x="15183" y="1"/>
                    </a:lnTo>
                    <a:lnTo>
                      <a:pt x="15183" y="4519"/>
                    </a:lnTo>
                    <a:cubicBezTo>
                      <a:pt x="13591" y="4878"/>
                      <a:pt x="12105" y="5508"/>
                      <a:pt x="10768" y="6353"/>
                    </a:cubicBezTo>
                    <a:lnTo>
                      <a:pt x="7569" y="3154"/>
                    </a:lnTo>
                    <a:lnTo>
                      <a:pt x="3154" y="7569"/>
                    </a:lnTo>
                    <a:lnTo>
                      <a:pt x="6353" y="10768"/>
                    </a:lnTo>
                    <a:cubicBezTo>
                      <a:pt x="5508" y="12105"/>
                      <a:pt x="4878" y="13592"/>
                      <a:pt x="4519" y="15183"/>
                    </a:cubicBezTo>
                    <a:lnTo>
                      <a:pt x="1" y="15183"/>
                    </a:lnTo>
                    <a:lnTo>
                      <a:pt x="1" y="21428"/>
                    </a:lnTo>
                    <a:lnTo>
                      <a:pt x="4519" y="21428"/>
                    </a:lnTo>
                    <a:cubicBezTo>
                      <a:pt x="4878" y="23019"/>
                      <a:pt x="5508" y="24505"/>
                      <a:pt x="6353" y="25843"/>
                    </a:cubicBezTo>
                    <a:lnTo>
                      <a:pt x="3154" y="29042"/>
                    </a:lnTo>
                    <a:lnTo>
                      <a:pt x="7569" y="33457"/>
                    </a:lnTo>
                    <a:lnTo>
                      <a:pt x="10768" y="30258"/>
                    </a:lnTo>
                    <a:cubicBezTo>
                      <a:pt x="12105" y="31103"/>
                      <a:pt x="13591" y="31732"/>
                      <a:pt x="15183" y="32092"/>
                    </a:cubicBezTo>
                    <a:lnTo>
                      <a:pt x="15183" y="36610"/>
                    </a:lnTo>
                    <a:lnTo>
                      <a:pt x="21427" y="36610"/>
                    </a:lnTo>
                    <a:lnTo>
                      <a:pt x="21427" y="32092"/>
                    </a:lnTo>
                    <a:cubicBezTo>
                      <a:pt x="23019" y="31732"/>
                      <a:pt x="24505" y="31103"/>
                      <a:pt x="25842" y="30258"/>
                    </a:cubicBezTo>
                    <a:lnTo>
                      <a:pt x="29041" y="33457"/>
                    </a:lnTo>
                    <a:lnTo>
                      <a:pt x="33456" y="29042"/>
                    </a:lnTo>
                    <a:lnTo>
                      <a:pt x="30257" y="25843"/>
                    </a:lnTo>
                    <a:cubicBezTo>
                      <a:pt x="31102" y="24505"/>
                      <a:pt x="31732" y="23019"/>
                      <a:pt x="32092" y="21428"/>
                    </a:cubicBezTo>
                    <a:close/>
                    <a:moveTo>
                      <a:pt x="19650" y="25059"/>
                    </a:moveTo>
                    <a:cubicBezTo>
                      <a:pt x="14803" y="25978"/>
                      <a:pt x="10633" y="21808"/>
                      <a:pt x="11551" y="16960"/>
                    </a:cubicBezTo>
                    <a:cubicBezTo>
                      <a:pt x="12064" y="14251"/>
                      <a:pt x="14249" y="12066"/>
                      <a:pt x="16958" y="11551"/>
                    </a:cubicBezTo>
                    <a:cubicBezTo>
                      <a:pt x="21805" y="10631"/>
                      <a:pt x="25980" y="14805"/>
                      <a:pt x="25059" y="19653"/>
                    </a:cubicBezTo>
                    <a:cubicBezTo>
                      <a:pt x="24546" y="22362"/>
                      <a:pt x="22359" y="24546"/>
                      <a:pt x="19650" y="25059"/>
                    </a:cubicBezTo>
                    <a:close/>
                  </a:path>
                </a:pathLst>
              </a:custGeom>
              <a:solidFill>
                <a:srgbClr val="A4ABD7">
                  <a:alpha val="25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69" name="Google Shape;569;p17"/>
              <p:cNvSpPr/>
              <p:nvPr/>
            </p:nvSpPr>
            <p:spPr>
              <a:xfrm rot="1771310">
                <a:off x="183600" y="1294213"/>
                <a:ext cx="349937" cy="349812"/>
              </a:xfrm>
              <a:custGeom>
                <a:avLst/>
                <a:gdLst/>
                <a:ahLst/>
                <a:cxnLst/>
                <a:rect l="l" t="t" r="r" b="b"/>
                <a:pathLst>
                  <a:path w="36610" h="36610" extrusionOk="0">
                    <a:moveTo>
                      <a:pt x="36609" y="21428"/>
                    </a:moveTo>
                    <a:lnTo>
                      <a:pt x="36609" y="15183"/>
                    </a:lnTo>
                    <a:lnTo>
                      <a:pt x="32092" y="15183"/>
                    </a:lnTo>
                    <a:cubicBezTo>
                      <a:pt x="31732" y="13592"/>
                      <a:pt x="31102" y="12105"/>
                      <a:pt x="30257" y="10768"/>
                    </a:cubicBezTo>
                    <a:lnTo>
                      <a:pt x="33456" y="7569"/>
                    </a:lnTo>
                    <a:lnTo>
                      <a:pt x="29041" y="3154"/>
                    </a:lnTo>
                    <a:lnTo>
                      <a:pt x="25842" y="6353"/>
                    </a:lnTo>
                    <a:cubicBezTo>
                      <a:pt x="24505" y="5508"/>
                      <a:pt x="23019" y="4878"/>
                      <a:pt x="21427" y="4519"/>
                    </a:cubicBezTo>
                    <a:lnTo>
                      <a:pt x="21427" y="1"/>
                    </a:lnTo>
                    <a:lnTo>
                      <a:pt x="15183" y="1"/>
                    </a:lnTo>
                    <a:lnTo>
                      <a:pt x="15183" y="4519"/>
                    </a:lnTo>
                    <a:cubicBezTo>
                      <a:pt x="13591" y="4878"/>
                      <a:pt x="12105" y="5508"/>
                      <a:pt x="10768" y="6353"/>
                    </a:cubicBezTo>
                    <a:lnTo>
                      <a:pt x="7569" y="3154"/>
                    </a:lnTo>
                    <a:lnTo>
                      <a:pt x="3154" y="7569"/>
                    </a:lnTo>
                    <a:lnTo>
                      <a:pt x="6353" y="10768"/>
                    </a:lnTo>
                    <a:cubicBezTo>
                      <a:pt x="5508" y="12105"/>
                      <a:pt x="4878" y="13592"/>
                      <a:pt x="4519" y="15183"/>
                    </a:cubicBezTo>
                    <a:lnTo>
                      <a:pt x="1" y="15183"/>
                    </a:lnTo>
                    <a:lnTo>
                      <a:pt x="1" y="21428"/>
                    </a:lnTo>
                    <a:lnTo>
                      <a:pt x="4519" y="21428"/>
                    </a:lnTo>
                    <a:cubicBezTo>
                      <a:pt x="4878" y="23019"/>
                      <a:pt x="5508" y="24505"/>
                      <a:pt x="6353" y="25843"/>
                    </a:cubicBezTo>
                    <a:lnTo>
                      <a:pt x="3154" y="29042"/>
                    </a:lnTo>
                    <a:lnTo>
                      <a:pt x="7569" y="33457"/>
                    </a:lnTo>
                    <a:lnTo>
                      <a:pt x="10768" y="30258"/>
                    </a:lnTo>
                    <a:cubicBezTo>
                      <a:pt x="12105" y="31103"/>
                      <a:pt x="13591" y="31732"/>
                      <a:pt x="15183" y="32092"/>
                    </a:cubicBezTo>
                    <a:lnTo>
                      <a:pt x="15183" y="36610"/>
                    </a:lnTo>
                    <a:lnTo>
                      <a:pt x="21427" y="36610"/>
                    </a:lnTo>
                    <a:lnTo>
                      <a:pt x="21427" y="32092"/>
                    </a:lnTo>
                    <a:cubicBezTo>
                      <a:pt x="23019" y="31732"/>
                      <a:pt x="24505" y="31103"/>
                      <a:pt x="25842" y="30258"/>
                    </a:cubicBezTo>
                    <a:lnTo>
                      <a:pt x="29041" y="33457"/>
                    </a:lnTo>
                    <a:lnTo>
                      <a:pt x="33456" y="29042"/>
                    </a:lnTo>
                    <a:lnTo>
                      <a:pt x="30257" y="25843"/>
                    </a:lnTo>
                    <a:cubicBezTo>
                      <a:pt x="31102" y="24505"/>
                      <a:pt x="31732" y="23019"/>
                      <a:pt x="32092" y="21428"/>
                    </a:cubicBezTo>
                    <a:close/>
                    <a:moveTo>
                      <a:pt x="19650" y="25059"/>
                    </a:moveTo>
                    <a:cubicBezTo>
                      <a:pt x="14803" y="25978"/>
                      <a:pt x="10633" y="21808"/>
                      <a:pt x="11551" y="16960"/>
                    </a:cubicBezTo>
                    <a:cubicBezTo>
                      <a:pt x="12064" y="14251"/>
                      <a:pt x="14249" y="12066"/>
                      <a:pt x="16958" y="11551"/>
                    </a:cubicBezTo>
                    <a:cubicBezTo>
                      <a:pt x="21805" y="10631"/>
                      <a:pt x="25980" y="14805"/>
                      <a:pt x="25059" y="19653"/>
                    </a:cubicBezTo>
                    <a:cubicBezTo>
                      <a:pt x="24546" y="22362"/>
                      <a:pt x="22359" y="24546"/>
                      <a:pt x="19650" y="25059"/>
                    </a:cubicBezTo>
                    <a:close/>
                  </a:path>
                </a:pathLst>
              </a:custGeom>
              <a:solidFill>
                <a:srgbClr val="A4ABD7">
                  <a:alpha val="256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0" name="Google Shape;570;p17"/>
              <p:cNvSpPr/>
              <p:nvPr/>
            </p:nvSpPr>
            <p:spPr>
              <a:xfrm rot="1771310">
                <a:off x="3735325" y="4582438"/>
                <a:ext cx="349937" cy="349812"/>
              </a:xfrm>
              <a:custGeom>
                <a:avLst/>
                <a:gdLst/>
                <a:ahLst/>
                <a:cxnLst/>
                <a:rect l="l" t="t" r="r" b="b"/>
                <a:pathLst>
                  <a:path w="36610" h="36610" extrusionOk="0">
                    <a:moveTo>
                      <a:pt x="36609" y="21428"/>
                    </a:moveTo>
                    <a:lnTo>
                      <a:pt x="36609" y="15183"/>
                    </a:lnTo>
                    <a:lnTo>
                      <a:pt x="32092" y="15183"/>
                    </a:lnTo>
                    <a:cubicBezTo>
                      <a:pt x="31732" y="13592"/>
                      <a:pt x="31102" y="12105"/>
                      <a:pt x="30257" y="10768"/>
                    </a:cubicBezTo>
                    <a:lnTo>
                      <a:pt x="33456" y="7569"/>
                    </a:lnTo>
                    <a:lnTo>
                      <a:pt x="29041" y="3154"/>
                    </a:lnTo>
                    <a:lnTo>
                      <a:pt x="25842" y="6353"/>
                    </a:lnTo>
                    <a:cubicBezTo>
                      <a:pt x="24505" y="5508"/>
                      <a:pt x="23019" y="4878"/>
                      <a:pt x="21427" y="4519"/>
                    </a:cubicBezTo>
                    <a:lnTo>
                      <a:pt x="21427" y="1"/>
                    </a:lnTo>
                    <a:lnTo>
                      <a:pt x="15183" y="1"/>
                    </a:lnTo>
                    <a:lnTo>
                      <a:pt x="15183" y="4519"/>
                    </a:lnTo>
                    <a:cubicBezTo>
                      <a:pt x="13591" y="4878"/>
                      <a:pt x="12105" y="5508"/>
                      <a:pt x="10768" y="6353"/>
                    </a:cubicBezTo>
                    <a:lnTo>
                      <a:pt x="7569" y="3154"/>
                    </a:lnTo>
                    <a:lnTo>
                      <a:pt x="3154" y="7569"/>
                    </a:lnTo>
                    <a:lnTo>
                      <a:pt x="6353" y="10768"/>
                    </a:lnTo>
                    <a:cubicBezTo>
                      <a:pt x="5508" y="12105"/>
                      <a:pt x="4878" y="13592"/>
                      <a:pt x="4519" y="15183"/>
                    </a:cubicBezTo>
                    <a:lnTo>
                      <a:pt x="1" y="15183"/>
                    </a:lnTo>
                    <a:lnTo>
                      <a:pt x="1" y="21428"/>
                    </a:lnTo>
                    <a:lnTo>
                      <a:pt x="4519" y="21428"/>
                    </a:lnTo>
                    <a:cubicBezTo>
                      <a:pt x="4878" y="23019"/>
                      <a:pt x="5508" y="24505"/>
                      <a:pt x="6353" y="25843"/>
                    </a:cubicBezTo>
                    <a:lnTo>
                      <a:pt x="3154" y="29042"/>
                    </a:lnTo>
                    <a:lnTo>
                      <a:pt x="7569" y="33457"/>
                    </a:lnTo>
                    <a:lnTo>
                      <a:pt x="10768" y="30258"/>
                    </a:lnTo>
                    <a:cubicBezTo>
                      <a:pt x="12105" y="31103"/>
                      <a:pt x="13591" y="31732"/>
                      <a:pt x="15183" y="32092"/>
                    </a:cubicBezTo>
                    <a:lnTo>
                      <a:pt x="15183" y="36610"/>
                    </a:lnTo>
                    <a:lnTo>
                      <a:pt x="21427" y="36610"/>
                    </a:lnTo>
                    <a:lnTo>
                      <a:pt x="21427" y="32092"/>
                    </a:lnTo>
                    <a:cubicBezTo>
                      <a:pt x="23019" y="31732"/>
                      <a:pt x="24505" y="31103"/>
                      <a:pt x="25842" y="30258"/>
                    </a:cubicBezTo>
                    <a:lnTo>
                      <a:pt x="29041" y="33457"/>
                    </a:lnTo>
                    <a:lnTo>
                      <a:pt x="33456" y="29042"/>
                    </a:lnTo>
                    <a:lnTo>
                      <a:pt x="30257" y="25843"/>
                    </a:lnTo>
                    <a:cubicBezTo>
                      <a:pt x="31102" y="24505"/>
                      <a:pt x="31732" y="23019"/>
                      <a:pt x="32092" y="21428"/>
                    </a:cubicBezTo>
                    <a:close/>
                    <a:moveTo>
                      <a:pt x="19650" y="25059"/>
                    </a:moveTo>
                    <a:cubicBezTo>
                      <a:pt x="14803" y="25978"/>
                      <a:pt x="10633" y="21808"/>
                      <a:pt x="11551" y="16960"/>
                    </a:cubicBezTo>
                    <a:cubicBezTo>
                      <a:pt x="12064" y="14251"/>
                      <a:pt x="14249" y="12066"/>
                      <a:pt x="16958" y="11551"/>
                    </a:cubicBezTo>
                    <a:cubicBezTo>
                      <a:pt x="21805" y="10631"/>
                      <a:pt x="25980" y="14805"/>
                      <a:pt x="25059" y="19653"/>
                    </a:cubicBezTo>
                    <a:cubicBezTo>
                      <a:pt x="24546" y="22362"/>
                      <a:pt x="22359" y="24546"/>
                      <a:pt x="19650" y="25059"/>
                    </a:cubicBezTo>
                    <a:close/>
                  </a:path>
                </a:pathLst>
              </a:custGeom>
              <a:solidFill>
                <a:srgbClr val="FFFFFF">
                  <a:alpha val="4524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71" name="Google Shape;571;p17"/>
            <p:cNvGrpSpPr/>
            <p:nvPr/>
          </p:nvGrpSpPr>
          <p:grpSpPr>
            <a:xfrm>
              <a:off x="2247385" y="281314"/>
              <a:ext cx="745978" cy="516368"/>
              <a:chOff x="3917850" y="-2722083"/>
              <a:chExt cx="1171264" cy="810752"/>
            </a:xfrm>
          </p:grpSpPr>
          <p:sp>
            <p:nvSpPr>
              <p:cNvPr id="572" name="Google Shape;572;p17"/>
              <p:cNvSpPr/>
              <p:nvPr/>
            </p:nvSpPr>
            <p:spPr>
              <a:xfrm>
                <a:off x="3917850" y="-2519395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3" name="Google Shape;573;p17"/>
              <p:cNvSpPr/>
              <p:nvPr/>
            </p:nvSpPr>
            <p:spPr>
              <a:xfrm>
                <a:off x="4621050" y="-2519395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0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0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4" name="Google Shape;574;p17"/>
              <p:cNvSpPr/>
              <p:nvPr/>
            </p:nvSpPr>
            <p:spPr>
              <a:xfrm>
                <a:off x="4269322" y="-2722083"/>
                <a:ext cx="468096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7" fill="none" extrusionOk="0">
                    <a:moveTo>
                      <a:pt x="21942" y="1"/>
                    </a:moveTo>
                    <a:lnTo>
                      <a:pt x="7314" y="1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75" name="Google Shape;575;p17"/>
              <p:cNvSpPr/>
              <p:nvPr/>
            </p:nvSpPr>
            <p:spPr>
              <a:xfrm>
                <a:off x="4269322" y="-2316707"/>
                <a:ext cx="468096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6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68367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oogle Shape;577;p18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578" name="Google Shape;578;p18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579" name="Google Shape;579;p18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0" name="Google Shape;580;p18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1" name="Google Shape;581;p18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2" name="Google Shape;582;p18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3" name="Google Shape;583;p18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4" name="Google Shape;584;p18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5" name="Google Shape;585;p18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6" name="Google Shape;586;p18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87" name="Google Shape;587;p18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588" name="Google Shape;588;p18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89" name="Google Shape;589;p18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0" name="Google Shape;590;p18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1" name="Google Shape;591;p18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2" name="Google Shape;592;p18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3" name="Google Shape;593;p18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4" name="Google Shape;594;p18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595" name="Google Shape;595;p18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596" name="Google Shape;596;p18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597" name="Google Shape;597;p18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8" name="Google Shape;598;p18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9" name="Google Shape;599;p18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0" name="Google Shape;600;p18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1" name="Google Shape;601;p18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2" name="Google Shape;602;p18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3" name="Google Shape;603;p18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4" name="Google Shape;604;p18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5" name="Google Shape;605;p18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6" name="Google Shape;606;p18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7" name="Google Shape;607;p18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8" name="Google Shape;608;p18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09" name="Google Shape;609;p18"/>
          <p:cNvSpPr txBox="1">
            <a:spLocks noGrp="1"/>
          </p:cNvSpPr>
          <p:nvPr>
            <p:ph type="title"/>
          </p:nvPr>
        </p:nvSpPr>
        <p:spPr>
          <a:xfrm>
            <a:off x="6527563" y="2553833"/>
            <a:ext cx="4713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0" name="Google Shape;610;p18"/>
          <p:cNvSpPr txBox="1">
            <a:spLocks noGrp="1"/>
          </p:cNvSpPr>
          <p:nvPr>
            <p:ph type="subTitle" idx="1"/>
          </p:nvPr>
        </p:nvSpPr>
        <p:spPr>
          <a:xfrm>
            <a:off x="6527787" y="3317433"/>
            <a:ext cx="4713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781062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2" name="Google Shape;612;p19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613" name="Google Shape;613;p19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614" name="Google Shape;614;p19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5" name="Google Shape;615;p19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6" name="Google Shape;616;p19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7" name="Google Shape;617;p19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8" name="Google Shape;618;p19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19" name="Google Shape;619;p19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0" name="Google Shape;620;p19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1" name="Google Shape;621;p19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22" name="Google Shape;622;p19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623" name="Google Shape;623;p19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4" name="Google Shape;624;p19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5" name="Google Shape;625;p19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6" name="Google Shape;626;p19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7" name="Google Shape;627;p19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8" name="Google Shape;628;p19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29" name="Google Shape;629;p19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30" name="Google Shape;630;p19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31" name="Google Shape;631;p19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632" name="Google Shape;632;p19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3" name="Google Shape;633;p19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4" name="Google Shape;634;p19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5" name="Google Shape;635;p19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6" name="Google Shape;636;p19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7" name="Google Shape;637;p19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8" name="Google Shape;638;p19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39" name="Google Shape;639;p19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0" name="Google Shape;640;p19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1" name="Google Shape;641;p19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2" name="Google Shape;642;p19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3" name="Google Shape;643;p19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44" name="Google Shape;644;p19"/>
          <p:cNvGrpSpPr/>
          <p:nvPr/>
        </p:nvGrpSpPr>
        <p:grpSpPr>
          <a:xfrm>
            <a:off x="-206938" y="-3"/>
            <a:ext cx="12707193" cy="4788204"/>
            <a:chOff x="-155204" y="-3"/>
            <a:chExt cx="9530395" cy="3591153"/>
          </a:xfrm>
        </p:grpSpPr>
        <p:sp>
          <p:nvSpPr>
            <p:cNvPr id="645" name="Google Shape;645;p19"/>
            <p:cNvSpPr/>
            <p:nvPr/>
          </p:nvSpPr>
          <p:spPr>
            <a:xfrm rot="1771310">
              <a:off x="6451550" y="635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19"/>
            <p:cNvSpPr/>
            <p:nvPr/>
          </p:nvSpPr>
          <p:spPr>
            <a:xfrm rot="1771310">
              <a:off x="8961800" y="12910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19"/>
            <p:cNvSpPr/>
            <p:nvPr/>
          </p:nvSpPr>
          <p:spPr>
            <a:xfrm rot="1771310">
              <a:off x="-91750" y="2316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648" name="Google Shape;648;p19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-13426" y="299460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9" name="Google Shape;649;p19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50" name="Google Shape;650;p19"/>
          <p:cNvSpPr txBox="1">
            <a:spLocks noGrp="1"/>
          </p:cNvSpPr>
          <p:nvPr>
            <p:ph type="subTitle" idx="1"/>
          </p:nvPr>
        </p:nvSpPr>
        <p:spPr>
          <a:xfrm>
            <a:off x="3575069" y="4516675"/>
            <a:ext cx="6747600" cy="7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1" name="Google Shape;651;p19"/>
          <p:cNvSpPr txBox="1">
            <a:spLocks noGrp="1"/>
          </p:cNvSpPr>
          <p:nvPr>
            <p:ph type="subTitle" idx="2"/>
          </p:nvPr>
        </p:nvSpPr>
        <p:spPr>
          <a:xfrm>
            <a:off x="1869331" y="2550541"/>
            <a:ext cx="6747600" cy="7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2" name="Google Shape;652;p19"/>
          <p:cNvSpPr txBox="1">
            <a:spLocks noGrp="1"/>
          </p:cNvSpPr>
          <p:nvPr>
            <p:ph type="subTitle" idx="3"/>
          </p:nvPr>
        </p:nvSpPr>
        <p:spPr>
          <a:xfrm>
            <a:off x="3575063" y="3992800"/>
            <a:ext cx="6747600" cy="7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3" name="Google Shape;653;p19"/>
          <p:cNvSpPr txBox="1">
            <a:spLocks noGrp="1"/>
          </p:cNvSpPr>
          <p:nvPr>
            <p:ph type="subTitle" idx="4"/>
          </p:nvPr>
        </p:nvSpPr>
        <p:spPr>
          <a:xfrm>
            <a:off x="1869331" y="2026651"/>
            <a:ext cx="6747600" cy="71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Secular One"/>
              <a:buNone/>
              <a:defRPr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07635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" name="Google Shape;655;p20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656" name="Google Shape;656;p20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657" name="Google Shape;657;p20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8" name="Google Shape;658;p20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59" name="Google Shape;659;p20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0" name="Google Shape;660;p20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1" name="Google Shape;661;p20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2" name="Google Shape;662;p20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3" name="Google Shape;663;p20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4" name="Google Shape;664;p20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65" name="Google Shape;665;p20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666" name="Google Shape;666;p20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7" name="Google Shape;667;p20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8" name="Google Shape;668;p20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69" name="Google Shape;669;p20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0" name="Google Shape;670;p20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1" name="Google Shape;671;p20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2" name="Google Shape;672;p20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673" name="Google Shape;673;p20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674" name="Google Shape;674;p20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675" name="Google Shape;675;p20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6" name="Google Shape;676;p20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7" name="Google Shape;677;p20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8" name="Google Shape;678;p20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79" name="Google Shape;679;p20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0" name="Google Shape;680;p20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1" name="Google Shape;681;p20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2" name="Google Shape;682;p20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3" name="Google Shape;683;p20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4" name="Google Shape;684;p20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5" name="Google Shape;685;p20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86" name="Google Shape;686;p20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87" name="Google Shape;687;p20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8" name="Google Shape;688;p20"/>
          <p:cNvSpPr txBox="1">
            <a:spLocks noGrp="1"/>
          </p:cNvSpPr>
          <p:nvPr>
            <p:ph type="subTitle" idx="1"/>
          </p:nvPr>
        </p:nvSpPr>
        <p:spPr>
          <a:xfrm>
            <a:off x="6160620" y="1973333"/>
            <a:ext cx="430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9" name="Google Shape;689;p20"/>
          <p:cNvSpPr txBox="1">
            <a:spLocks noGrp="1"/>
          </p:cNvSpPr>
          <p:nvPr>
            <p:ph type="subTitle" idx="2"/>
          </p:nvPr>
        </p:nvSpPr>
        <p:spPr>
          <a:xfrm>
            <a:off x="6160620" y="3304817"/>
            <a:ext cx="430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0" name="Google Shape;690;p20"/>
          <p:cNvSpPr txBox="1">
            <a:spLocks noGrp="1"/>
          </p:cNvSpPr>
          <p:nvPr>
            <p:ph type="subTitle" idx="3"/>
          </p:nvPr>
        </p:nvSpPr>
        <p:spPr>
          <a:xfrm>
            <a:off x="6160620" y="4636300"/>
            <a:ext cx="4305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1" name="Google Shape;691;p20"/>
          <p:cNvSpPr txBox="1">
            <a:spLocks noGrp="1"/>
          </p:cNvSpPr>
          <p:nvPr>
            <p:ph type="subTitle" idx="4"/>
          </p:nvPr>
        </p:nvSpPr>
        <p:spPr>
          <a:xfrm>
            <a:off x="1975067" y="1973333"/>
            <a:ext cx="4185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2" name="Google Shape;692;p20"/>
          <p:cNvSpPr txBox="1">
            <a:spLocks noGrp="1"/>
          </p:cNvSpPr>
          <p:nvPr>
            <p:ph type="subTitle" idx="5"/>
          </p:nvPr>
        </p:nvSpPr>
        <p:spPr>
          <a:xfrm>
            <a:off x="1975068" y="3304803"/>
            <a:ext cx="4185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3" name="Google Shape;693;p20"/>
          <p:cNvSpPr txBox="1">
            <a:spLocks noGrp="1"/>
          </p:cNvSpPr>
          <p:nvPr>
            <p:ph type="subTitle" idx="6"/>
          </p:nvPr>
        </p:nvSpPr>
        <p:spPr>
          <a:xfrm>
            <a:off x="1975067" y="4636299"/>
            <a:ext cx="41856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694" name="Google Shape;694;p20"/>
          <p:cNvGrpSpPr/>
          <p:nvPr/>
        </p:nvGrpSpPr>
        <p:grpSpPr>
          <a:xfrm>
            <a:off x="431828" y="-112070"/>
            <a:ext cx="11558539" cy="6797804"/>
            <a:chOff x="323871" y="-84053"/>
            <a:chExt cx="8668904" cy="5098353"/>
          </a:xfrm>
        </p:grpSpPr>
        <p:sp>
          <p:nvSpPr>
            <p:cNvPr id="695" name="Google Shape;695;p20"/>
            <p:cNvSpPr/>
            <p:nvPr/>
          </p:nvSpPr>
          <p:spPr>
            <a:xfrm rot="1771310">
              <a:off x="387325" y="44290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696" name="Google Shape;696;p20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8266124" y="213017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97" name="Google Shape;697;p20"/>
            <p:cNvSpPr/>
            <p:nvPr/>
          </p:nvSpPr>
          <p:spPr>
            <a:xfrm rot="1771310">
              <a:off x="1195775" y="-205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698" name="Google Shape;698;p20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5215749" y="441775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81544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0" name="Google Shape;700;p21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701" name="Google Shape;701;p21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702" name="Google Shape;702;p21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3" name="Google Shape;703;p21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4" name="Google Shape;704;p21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5" name="Google Shape;705;p21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6" name="Google Shape;706;p21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7" name="Google Shape;707;p21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8" name="Google Shape;708;p21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09" name="Google Shape;709;p21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10" name="Google Shape;710;p21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711" name="Google Shape;711;p21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2" name="Google Shape;712;p21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3" name="Google Shape;713;p21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4" name="Google Shape;714;p21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5" name="Google Shape;715;p21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6" name="Google Shape;716;p21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7" name="Google Shape;717;p21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18" name="Google Shape;718;p21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719" name="Google Shape;719;p21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720" name="Google Shape;720;p21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1" name="Google Shape;721;p21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2" name="Google Shape;722;p21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3" name="Google Shape;723;p21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4" name="Google Shape;724;p21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5" name="Google Shape;725;p21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6" name="Google Shape;726;p21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7" name="Google Shape;727;p21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8" name="Google Shape;728;p21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9" name="Google Shape;729;p21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0" name="Google Shape;730;p21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1" name="Google Shape;731;p21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732" name="Google Shape;732;p21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3" name="Google Shape;733;p21"/>
          <p:cNvSpPr txBox="1">
            <a:spLocks noGrp="1"/>
          </p:cNvSpPr>
          <p:nvPr>
            <p:ph type="subTitle" idx="1"/>
          </p:nvPr>
        </p:nvSpPr>
        <p:spPr>
          <a:xfrm>
            <a:off x="1839433" y="2714569"/>
            <a:ext cx="4162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4" name="Google Shape;734;p21"/>
          <p:cNvSpPr txBox="1">
            <a:spLocks noGrp="1"/>
          </p:cNvSpPr>
          <p:nvPr>
            <p:ph type="subTitle" idx="2"/>
          </p:nvPr>
        </p:nvSpPr>
        <p:spPr>
          <a:xfrm>
            <a:off x="7027033" y="2714569"/>
            <a:ext cx="41624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5" name="Google Shape;735;p21"/>
          <p:cNvSpPr txBox="1">
            <a:spLocks noGrp="1"/>
          </p:cNvSpPr>
          <p:nvPr>
            <p:ph type="subTitle" idx="3"/>
          </p:nvPr>
        </p:nvSpPr>
        <p:spPr>
          <a:xfrm>
            <a:off x="1839433" y="4835333"/>
            <a:ext cx="9350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6" name="Google Shape;736;p21"/>
          <p:cNvSpPr txBox="1">
            <a:spLocks noGrp="1"/>
          </p:cNvSpPr>
          <p:nvPr>
            <p:ph type="subTitle" idx="4"/>
          </p:nvPr>
        </p:nvSpPr>
        <p:spPr>
          <a:xfrm>
            <a:off x="1839433" y="2102333"/>
            <a:ext cx="4162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7" name="Google Shape;737;p21"/>
          <p:cNvSpPr txBox="1">
            <a:spLocks noGrp="1"/>
          </p:cNvSpPr>
          <p:nvPr>
            <p:ph type="subTitle" idx="5"/>
          </p:nvPr>
        </p:nvSpPr>
        <p:spPr>
          <a:xfrm>
            <a:off x="7027033" y="2102333"/>
            <a:ext cx="41624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38" name="Google Shape;738;p21"/>
          <p:cNvSpPr txBox="1">
            <a:spLocks noGrp="1"/>
          </p:cNvSpPr>
          <p:nvPr>
            <p:ph type="subTitle" idx="6"/>
          </p:nvPr>
        </p:nvSpPr>
        <p:spPr>
          <a:xfrm>
            <a:off x="1839433" y="4222333"/>
            <a:ext cx="93500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739" name="Google Shape;739;p21"/>
          <p:cNvGrpSpPr/>
          <p:nvPr/>
        </p:nvGrpSpPr>
        <p:grpSpPr>
          <a:xfrm flipH="1">
            <a:off x="10276641" y="-112071"/>
            <a:ext cx="1713727" cy="6568627"/>
            <a:chOff x="323871" y="-84053"/>
            <a:chExt cx="1285295" cy="4926470"/>
          </a:xfrm>
        </p:grpSpPr>
        <p:sp>
          <p:nvSpPr>
            <p:cNvPr id="740" name="Google Shape;740;p21"/>
            <p:cNvSpPr/>
            <p:nvPr/>
          </p:nvSpPr>
          <p:spPr>
            <a:xfrm rot="1771310">
              <a:off x="387325" y="44290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" name="Google Shape;741;p21"/>
            <p:cNvSpPr/>
            <p:nvPr/>
          </p:nvSpPr>
          <p:spPr>
            <a:xfrm rot="1771310">
              <a:off x="1195775" y="-205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5912132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790;p23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791" name="Google Shape;791;p23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792" name="Google Shape;792;p23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3" name="Google Shape;793;p23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4" name="Google Shape;794;p23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5" name="Google Shape;795;p23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6" name="Google Shape;796;p23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7" name="Google Shape;797;p23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8" name="Google Shape;798;p23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799" name="Google Shape;799;p23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00" name="Google Shape;800;p23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801" name="Google Shape;801;p23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2" name="Google Shape;802;p23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3" name="Google Shape;803;p23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4" name="Google Shape;804;p23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5" name="Google Shape;805;p23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6" name="Google Shape;806;p23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7" name="Google Shape;807;p23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08" name="Google Shape;808;p23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09" name="Google Shape;809;p23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810" name="Google Shape;810;p23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1" name="Google Shape;811;p23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2" name="Google Shape;812;p23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3" name="Google Shape;813;p23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4" name="Google Shape;814;p23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5" name="Google Shape;815;p23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6" name="Google Shape;816;p23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7" name="Google Shape;817;p23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8" name="Google Shape;818;p23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19" name="Google Shape;819;p23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0" name="Google Shape;820;p23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21" name="Google Shape;821;p23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22" name="Google Shape;822;p23"/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3" name="Google Shape;823;p23"/>
          <p:cNvSpPr txBox="1">
            <a:spLocks noGrp="1"/>
          </p:cNvSpPr>
          <p:nvPr>
            <p:ph type="subTitle" idx="1"/>
          </p:nvPr>
        </p:nvSpPr>
        <p:spPr>
          <a:xfrm>
            <a:off x="1843753" y="2403995"/>
            <a:ext cx="3924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4" name="Google Shape;824;p23"/>
          <p:cNvSpPr txBox="1">
            <a:spLocks noGrp="1"/>
          </p:cNvSpPr>
          <p:nvPr>
            <p:ph type="subTitle" idx="2"/>
          </p:nvPr>
        </p:nvSpPr>
        <p:spPr>
          <a:xfrm>
            <a:off x="7026043" y="2403995"/>
            <a:ext cx="4219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5" name="Google Shape;825;p23"/>
          <p:cNvSpPr txBox="1">
            <a:spLocks noGrp="1"/>
          </p:cNvSpPr>
          <p:nvPr>
            <p:ph type="subTitle" idx="3"/>
          </p:nvPr>
        </p:nvSpPr>
        <p:spPr>
          <a:xfrm>
            <a:off x="1843753" y="5322953"/>
            <a:ext cx="3924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6" name="Google Shape;826;p23"/>
          <p:cNvSpPr txBox="1">
            <a:spLocks noGrp="1"/>
          </p:cNvSpPr>
          <p:nvPr>
            <p:ph type="subTitle" idx="4"/>
          </p:nvPr>
        </p:nvSpPr>
        <p:spPr>
          <a:xfrm>
            <a:off x="7026043" y="3890625"/>
            <a:ext cx="4219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7" name="Google Shape;827;p23"/>
          <p:cNvSpPr txBox="1">
            <a:spLocks noGrp="1"/>
          </p:cNvSpPr>
          <p:nvPr>
            <p:ph type="subTitle" idx="5"/>
          </p:nvPr>
        </p:nvSpPr>
        <p:spPr>
          <a:xfrm>
            <a:off x="1843753" y="3890625"/>
            <a:ext cx="39244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8" name="Google Shape;828;p23"/>
          <p:cNvSpPr txBox="1">
            <a:spLocks noGrp="1"/>
          </p:cNvSpPr>
          <p:nvPr>
            <p:ph type="subTitle" idx="6"/>
          </p:nvPr>
        </p:nvSpPr>
        <p:spPr>
          <a:xfrm>
            <a:off x="7026043" y="5322953"/>
            <a:ext cx="4219200" cy="64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29" name="Google Shape;829;p23"/>
          <p:cNvSpPr txBox="1">
            <a:spLocks noGrp="1"/>
          </p:cNvSpPr>
          <p:nvPr>
            <p:ph type="subTitle" idx="7"/>
          </p:nvPr>
        </p:nvSpPr>
        <p:spPr>
          <a:xfrm>
            <a:off x="1843753" y="1934768"/>
            <a:ext cx="39244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0" name="Google Shape;830;p23"/>
          <p:cNvSpPr txBox="1">
            <a:spLocks noGrp="1"/>
          </p:cNvSpPr>
          <p:nvPr>
            <p:ph type="subTitle" idx="8"/>
          </p:nvPr>
        </p:nvSpPr>
        <p:spPr>
          <a:xfrm>
            <a:off x="7026043" y="1934768"/>
            <a:ext cx="42192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1" name="Google Shape;831;p23"/>
          <p:cNvSpPr txBox="1">
            <a:spLocks noGrp="1"/>
          </p:cNvSpPr>
          <p:nvPr>
            <p:ph type="subTitle" idx="9"/>
          </p:nvPr>
        </p:nvSpPr>
        <p:spPr>
          <a:xfrm>
            <a:off x="1843753" y="4849017"/>
            <a:ext cx="39244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2" name="Google Shape;832;p23"/>
          <p:cNvSpPr txBox="1">
            <a:spLocks noGrp="1"/>
          </p:cNvSpPr>
          <p:nvPr>
            <p:ph type="subTitle" idx="13"/>
          </p:nvPr>
        </p:nvSpPr>
        <p:spPr>
          <a:xfrm>
            <a:off x="7026043" y="3421401"/>
            <a:ext cx="42192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3" name="Google Shape;833;p23"/>
          <p:cNvSpPr txBox="1">
            <a:spLocks noGrp="1"/>
          </p:cNvSpPr>
          <p:nvPr>
            <p:ph type="subTitle" idx="14"/>
          </p:nvPr>
        </p:nvSpPr>
        <p:spPr>
          <a:xfrm>
            <a:off x="1843753" y="3421401"/>
            <a:ext cx="39244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34" name="Google Shape;834;p23"/>
          <p:cNvSpPr txBox="1">
            <a:spLocks noGrp="1"/>
          </p:cNvSpPr>
          <p:nvPr>
            <p:ph type="subTitle" idx="15"/>
          </p:nvPr>
        </p:nvSpPr>
        <p:spPr>
          <a:xfrm>
            <a:off x="7026043" y="4849017"/>
            <a:ext cx="42192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3600"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Secular One"/>
              <a:buNone/>
              <a:defRPr sz="2667"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835" name="Google Shape;835;p23"/>
          <p:cNvGrpSpPr/>
          <p:nvPr/>
        </p:nvGrpSpPr>
        <p:grpSpPr>
          <a:xfrm>
            <a:off x="-74206" y="-124337"/>
            <a:ext cx="10415627" cy="6945927"/>
            <a:chOff x="-55654" y="-93253"/>
            <a:chExt cx="7811720" cy="5209445"/>
          </a:xfrm>
        </p:grpSpPr>
        <p:sp>
          <p:nvSpPr>
            <p:cNvPr id="836" name="Google Shape;836;p23"/>
            <p:cNvSpPr/>
            <p:nvPr/>
          </p:nvSpPr>
          <p:spPr>
            <a:xfrm rot="1771310">
              <a:off x="3771075" y="-297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7" name="Google Shape;837;p23"/>
            <p:cNvSpPr/>
            <p:nvPr/>
          </p:nvSpPr>
          <p:spPr>
            <a:xfrm rot="1771310">
              <a:off x="7342675" y="47028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8" name="Google Shape;838;p23"/>
            <p:cNvSpPr/>
            <p:nvPr/>
          </p:nvSpPr>
          <p:spPr>
            <a:xfrm rot="1771310">
              <a:off x="7800" y="14546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839" name="Google Shape;839;p23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2332674" y="450470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247720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1" name="Google Shape;841;p24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842" name="Google Shape;842;p24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843" name="Google Shape;843;p2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4" name="Google Shape;844;p2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5" name="Google Shape;845;p2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6" name="Google Shape;846;p2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7" name="Google Shape;847;p2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8" name="Google Shape;848;p2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49" name="Google Shape;849;p2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0" name="Google Shape;850;p2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51" name="Google Shape;851;p24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852" name="Google Shape;852;p24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3" name="Google Shape;853;p24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4" name="Google Shape;854;p24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5" name="Google Shape;855;p24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6" name="Google Shape;856;p24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7" name="Google Shape;857;p24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8" name="Google Shape;858;p24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59" name="Google Shape;859;p24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60" name="Google Shape;860;p24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861" name="Google Shape;861;p24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2" name="Google Shape;862;p24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3" name="Google Shape;863;p24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4" name="Google Shape;864;p24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5" name="Google Shape;865;p24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6" name="Google Shape;866;p24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7" name="Google Shape;867;p24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8" name="Google Shape;868;p24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69" name="Google Shape;869;p24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0" name="Google Shape;870;p24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1" name="Google Shape;871;p24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872" name="Google Shape;872;p24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873" name="Google Shape;873;p24"/>
          <p:cNvSpPr txBox="1">
            <a:spLocks noGrp="1"/>
          </p:cNvSpPr>
          <p:nvPr>
            <p:ph type="title" hasCustomPrompt="1"/>
          </p:nvPr>
        </p:nvSpPr>
        <p:spPr>
          <a:xfrm>
            <a:off x="1324800" y="795800"/>
            <a:ext cx="4767200" cy="87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4" name="Google Shape;874;p24"/>
          <p:cNvSpPr txBox="1">
            <a:spLocks noGrp="1"/>
          </p:cNvSpPr>
          <p:nvPr>
            <p:ph type="subTitle" idx="1"/>
          </p:nvPr>
        </p:nvSpPr>
        <p:spPr>
          <a:xfrm>
            <a:off x="1324800" y="1748417"/>
            <a:ext cx="4767200" cy="5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5" name="Google Shape;875;p24"/>
          <p:cNvSpPr txBox="1">
            <a:spLocks noGrp="1"/>
          </p:cNvSpPr>
          <p:nvPr>
            <p:ph type="title" idx="2" hasCustomPrompt="1"/>
          </p:nvPr>
        </p:nvSpPr>
        <p:spPr>
          <a:xfrm>
            <a:off x="6100000" y="2507861"/>
            <a:ext cx="4767200" cy="87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6" name="Google Shape;876;p24"/>
          <p:cNvSpPr txBox="1">
            <a:spLocks noGrp="1"/>
          </p:cNvSpPr>
          <p:nvPr>
            <p:ph type="subTitle" idx="3"/>
          </p:nvPr>
        </p:nvSpPr>
        <p:spPr>
          <a:xfrm>
            <a:off x="6100000" y="3483109"/>
            <a:ext cx="4767200" cy="5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7" name="Google Shape;877;p24"/>
          <p:cNvSpPr txBox="1">
            <a:spLocks noGrp="1"/>
          </p:cNvSpPr>
          <p:nvPr>
            <p:ph type="title" idx="4" hasCustomPrompt="1"/>
          </p:nvPr>
        </p:nvSpPr>
        <p:spPr>
          <a:xfrm>
            <a:off x="1324800" y="4256339"/>
            <a:ext cx="4767200" cy="87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78" name="Google Shape;878;p24"/>
          <p:cNvSpPr txBox="1">
            <a:spLocks noGrp="1"/>
          </p:cNvSpPr>
          <p:nvPr>
            <p:ph type="subTitle" idx="5"/>
          </p:nvPr>
        </p:nvSpPr>
        <p:spPr>
          <a:xfrm>
            <a:off x="1324800" y="5242868"/>
            <a:ext cx="4767200" cy="55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879" name="Google Shape;879;p24"/>
          <p:cNvGrpSpPr/>
          <p:nvPr/>
        </p:nvGrpSpPr>
        <p:grpSpPr>
          <a:xfrm>
            <a:off x="377095" y="-123404"/>
            <a:ext cx="11764093" cy="3465160"/>
            <a:chOff x="282821" y="-92553"/>
            <a:chExt cx="8823070" cy="2598870"/>
          </a:xfrm>
        </p:grpSpPr>
        <p:sp>
          <p:nvSpPr>
            <p:cNvPr id="880" name="Google Shape;880;p24"/>
            <p:cNvSpPr/>
            <p:nvPr/>
          </p:nvSpPr>
          <p:spPr>
            <a:xfrm rot="1771310">
              <a:off x="346275" y="2528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1" name="Google Shape;881;p24"/>
            <p:cNvSpPr/>
            <p:nvPr/>
          </p:nvSpPr>
          <p:spPr>
            <a:xfrm rot="1771310">
              <a:off x="8692500" y="20929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2" name="Google Shape;882;p24"/>
            <p:cNvSpPr/>
            <p:nvPr/>
          </p:nvSpPr>
          <p:spPr>
            <a:xfrm rot="1771310">
              <a:off x="5042025" y="-290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5068494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" name="Google Shape;884;p25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885" name="Google Shape;885;p25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886" name="Google Shape;886;p2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7" name="Google Shape;887;p2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8" name="Google Shape;888;p2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89" name="Google Shape;889;p2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0" name="Google Shape;890;p2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1" name="Google Shape;891;p2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2" name="Google Shape;892;p25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3" name="Google Shape;893;p2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894" name="Google Shape;894;p25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895" name="Google Shape;895;p25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6" name="Google Shape;896;p25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7" name="Google Shape;897;p25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8" name="Google Shape;898;p25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899" name="Google Shape;899;p25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0" name="Google Shape;900;p25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1" name="Google Shape;901;p25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02" name="Google Shape;902;p25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03" name="Google Shape;903;p25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904" name="Google Shape;904;p25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5" name="Google Shape;905;p25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6" name="Google Shape;906;p25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7" name="Google Shape;907;p25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8" name="Google Shape;908;p25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09" name="Google Shape;909;p25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0" name="Google Shape;910;p25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1" name="Google Shape;911;p25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2" name="Google Shape;912;p25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3" name="Google Shape;913;p25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4" name="Google Shape;914;p25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15" name="Google Shape;915;p25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16" name="Google Shape;916;p25"/>
          <p:cNvSpPr txBox="1">
            <a:spLocks noGrp="1"/>
          </p:cNvSpPr>
          <p:nvPr>
            <p:ph type="title" hasCustomPrompt="1"/>
          </p:nvPr>
        </p:nvSpPr>
        <p:spPr>
          <a:xfrm>
            <a:off x="1966533" y="2412933"/>
            <a:ext cx="14672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7" name="Google Shape;917;p25"/>
          <p:cNvSpPr txBox="1">
            <a:spLocks noGrp="1"/>
          </p:cNvSpPr>
          <p:nvPr>
            <p:ph type="subTitle" idx="1"/>
          </p:nvPr>
        </p:nvSpPr>
        <p:spPr>
          <a:xfrm>
            <a:off x="1251333" y="4229300"/>
            <a:ext cx="28976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8" name="Google Shape;918;p25"/>
          <p:cNvSpPr txBox="1">
            <a:spLocks noGrp="1"/>
          </p:cNvSpPr>
          <p:nvPr>
            <p:ph type="subTitle" idx="2"/>
          </p:nvPr>
        </p:nvSpPr>
        <p:spPr>
          <a:xfrm>
            <a:off x="1251333" y="3754800"/>
            <a:ext cx="2897600" cy="5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6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9" name="Google Shape;919;p25"/>
          <p:cNvSpPr txBox="1">
            <a:spLocks noGrp="1"/>
          </p:cNvSpPr>
          <p:nvPr>
            <p:ph type="title" idx="3" hasCustomPrompt="1"/>
          </p:nvPr>
        </p:nvSpPr>
        <p:spPr>
          <a:xfrm>
            <a:off x="8560067" y="2412933"/>
            <a:ext cx="1863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0" name="Google Shape;920;p25"/>
          <p:cNvSpPr txBox="1">
            <a:spLocks noGrp="1"/>
          </p:cNvSpPr>
          <p:nvPr>
            <p:ph type="subTitle" idx="4"/>
          </p:nvPr>
        </p:nvSpPr>
        <p:spPr>
          <a:xfrm>
            <a:off x="4647200" y="4814407"/>
            <a:ext cx="28976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1" name="Google Shape;921;p25"/>
          <p:cNvSpPr txBox="1">
            <a:spLocks noGrp="1"/>
          </p:cNvSpPr>
          <p:nvPr>
            <p:ph type="subTitle" idx="5"/>
          </p:nvPr>
        </p:nvSpPr>
        <p:spPr>
          <a:xfrm>
            <a:off x="4647200" y="4339907"/>
            <a:ext cx="2897600" cy="5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6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2" name="Google Shape;922;p25"/>
          <p:cNvSpPr txBox="1">
            <a:spLocks noGrp="1"/>
          </p:cNvSpPr>
          <p:nvPr>
            <p:ph type="title" idx="6" hasCustomPrompt="1"/>
          </p:nvPr>
        </p:nvSpPr>
        <p:spPr>
          <a:xfrm>
            <a:off x="5164200" y="2794840"/>
            <a:ext cx="1863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6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23" name="Google Shape;923;p25"/>
          <p:cNvSpPr txBox="1">
            <a:spLocks noGrp="1"/>
          </p:cNvSpPr>
          <p:nvPr>
            <p:ph type="subTitle" idx="7"/>
          </p:nvPr>
        </p:nvSpPr>
        <p:spPr>
          <a:xfrm>
            <a:off x="8043067" y="4229300"/>
            <a:ext cx="2897600" cy="10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4" name="Google Shape;924;p25"/>
          <p:cNvSpPr txBox="1">
            <a:spLocks noGrp="1"/>
          </p:cNvSpPr>
          <p:nvPr>
            <p:ph type="subTitle" idx="8"/>
          </p:nvPr>
        </p:nvSpPr>
        <p:spPr>
          <a:xfrm>
            <a:off x="8043067" y="3754800"/>
            <a:ext cx="2897600" cy="5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6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ecular One"/>
              <a:buNone/>
              <a:defRPr sz="32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5" name="Google Shape;925;p25"/>
          <p:cNvSpPr txBox="1">
            <a:spLocks noGrp="1"/>
          </p:cNvSpPr>
          <p:nvPr>
            <p:ph type="title" idx="9"/>
          </p:nvPr>
        </p:nvSpPr>
        <p:spPr>
          <a:xfrm>
            <a:off x="960000" y="719333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926" name="Google Shape;926;p25"/>
          <p:cNvGrpSpPr/>
          <p:nvPr/>
        </p:nvGrpSpPr>
        <p:grpSpPr>
          <a:xfrm>
            <a:off x="74665" y="-262204"/>
            <a:ext cx="12117323" cy="6957771"/>
            <a:chOff x="55999" y="-196653"/>
            <a:chExt cx="9087992" cy="5218328"/>
          </a:xfrm>
        </p:grpSpPr>
        <p:sp>
          <p:nvSpPr>
            <p:cNvPr id="927" name="Google Shape;927;p25"/>
            <p:cNvSpPr/>
            <p:nvPr/>
          </p:nvSpPr>
          <p:spPr>
            <a:xfrm rot="1771310">
              <a:off x="2431250" y="-133137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928" name="Google Shape;928;p25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7824499" y="4425127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9" name="Google Shape;929;p25"/>
            <p:cNvSpPr/>
            <p:nvPr/>
          </p:nvSpPr>
          <p:spPr>
            <a:xfrm rot="1771310">
              <a:off x="8730600" y="11021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930" name="Google Shape;930;p25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55999" y="173350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31" name="Google Shape;931;p25"/>
            <p:cNvSpPr/>
            <p:nvPr/>
          </p:nvSpPr>
          <p:spPr>
            <a:xfrm rot="1771310">
              <a:off x="1648375" y="45484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422065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3" name="Google Shape;933;p26"/>
          <p:cNvGrpSpPr/>
          <p:nvPr/>
        </p:nvGrpSpPr>
        <p:grpSpPr>
          <a:xfrm>
            <a:off x="-8633" y="3902989"/>
            <a:ext cx="12333600" cy="2973291"/>
            <a:chOff x="-6475" y="2927242"/>
            <a:chExt cx="9250200" cy="2229968"/>
          </a:xfrm>
        </p:grpSpPr>
        <p:grpSp>
          <p:nvGrpSpPr>
            <p:cNvPr id="934" name="Google Shape;934;p26"/>
            <p:cNvGrpSpPr/>
            <p:nvPr/>
          </p:nvGrpSpPr>
          <p:grpSpPr>
            <a:xfrm flipH="1">
              <a:off x="5831182" y="2927242"/>
              <a:ext cx="3303413" cy="1672406"/>
              <a:chOff x="-6475" y="2302000"/>
              <a:chExt cx="3303413" cy="1865900"/>
            </a:xfrm>
          </p:grpSpPr>
          <p:sp>
            <p:nvSpPr>
              <p:cNvPr id="935" name="Google Shape;935;p26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6" name="Google Shape;936;p26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7" name="Google Shape;937;p26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8" name="Google Shape;938;p26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39" name="Google Shape;939;p26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0" name="Google Shape;940;p26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1" name="Google Shape;941;p26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2" name="Google Shape;942;p26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43" name="Google Shape;943;p26"/>
            <p:cNvGrpSpPr/>
            <p:nvPr/>
          </p:nvGrpSpPr>
          <p:grpSpPr>
            <a:xfrm>
              <a:off x="-6475" y="2927242"/>
              <a:ext cx="3303413" cy="1672406"/>
              <a:chOff x="-6475" y="2302000"/>
              <a:chExt cx="3303413" cy="1865900"/>
            </a:xfrm>
          </p:grpSpPr>
          <p:sp>
            <p:nvSpPr>
              <p:cNvPr id="944" name="Google Shape;944;p26"/>
              <p:cNvSpPr/>
              <p:nvPr/>
            </p:nvSpPr>
            <p:spPr>
              <a:xfrm>
                <a:off x="-6475" y="2302000"/>
                <a:ext cx="298800" cy="18657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5" name="Google Shape;945;p26"/>
              <p:cNvSpPr/>
              <p:nvPr/>
            </p:nvSpPr>
            <p:spPr>
              <a:xfrm>
                <a:off x="422755" y="2999625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6" name="Google Shape;946;p26"/>
              <p:cNvSpPr/>
              <p:nvPr/>
            </p:nvSpPr>
            <p:spPr>
              <a:xfrm>
                <a:off x="851986" y="2740800"/>
                <a:ext cx="298800" cy="14271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7" name="Google Shape;947;p26"/>
              <p:cNvSpPr/>
              <p:nvPr/>
            </p:nvSpPr>
            <p:spPr>
              <a:xfrm>
                <a:off x="1281216" y="2999500"/>
                <a:ext cx="298800" cy="1168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8" name="Google Shape;948;p26"/>
              <p:cNvSpPr/>
              <p:nvPr/>
            </p:nvSpPr>
            <p:spPr>
              <a:xfrm>
                <a:off x="1710446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49" name="Google Shape;949;p26"/>
              <p:cNvSpPr/>
              <p:nvPr/>
            </p:nvSpPr>
            <p:spPr>
              <a:xfrm>
                <a:off x="2139677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0" name="Google Shape;950;p26"/>
              <p:cNvSpPr/>
              <p:nvPr/>
            </p:nvSpPr>
            <p:spPr>
              <a:xfrm>
                <a:off x="2568907" y="2528400"/>
                <a:ext cx="298800" cy="16395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51" name="Google Shape;951;p26"/>
              <p:cNvSpPr/>
              <p:nvPr/>
            </p:nvSpPr>
            <p:spPr>
              <a:xfrm>
                <a:off x="2998138" y="3653050"/>
                <a:ext cx="298800" cy="514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grpSp>
          <p:nvGrpSpPr>
            <p:cNvPr id="952" name="Google Shape;952;p26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953" name="Google Shape;953;p26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4" name="Google Shape;954;p26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5" name="Google Shape;955;p26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6" name="Google Shape;956;p26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7" name="Google Shape;957;p26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8" name="Google Shape;958;p26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59" name="Google Shape;959;p26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0" name="Google Shape;960;p26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1" name="Google Shape;961;p26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2" name="Google Shape;962;p26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3" name="Google Shape;963;p26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64" name="Google Shape;964;p26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965" name="Google Shape;965;p26"/>
          <p:cNvSpPr txBox="1">
            <a:spLocks noGrp="1"/>
          </p:cNvSpPr>
          <p:nvPr>
            <p:ph type="title"/>
          </p:nvPr>
        </p:nvSpPr>
        <p:spPr>
          <a:xfrm>
            <a:off x="951033" y="509367"/>
            <a:ext cx="5930800" cy="17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1333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6" name="Google Shape;966;p26"/>
          <p:cNvSpPr txBox="1">
            <a:spLocks noGrp="1"/>
          </p:cNvSpPr>
          <p:nvPr>
            <p:ph type="subTitle" idx="1"/>
          </p:nvPr>
        </p:nvSpPr>
        <p:spPr>
          <a:xfrm>
            <a:off x="951033" y="2244633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7" name="Google Shape;967;p26"/>
          <p:cNvSpPr txBox="1"/>
          <p:nvPr/>
        </p:nvSpPr>
        <p:spPr>
          <a:xfrm>
            <a:off x="951033" y="5017467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CREDITS:</a:t>
            </a:r>
            <a:r>
              <a:rPr lang="en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endParaRPr sz="1600" b="1" u="sng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968" name="Google Shape;968;p26"/>
          <p:cNvGrpSpPr/>
          <p:nvPr/>
        </p:nvGrpSpPr>
        <p:grpSpPr>
          <a:xfrm>
            <a:off x="-465602" y="9697"/>
            <a:ext cx="12571123" cy="5999260"/>
            <a:chOff x="-349201" y="7272"/>
            <a:chExt cx="9428342" cy="4499445"/>
          </a:xfrm>
        </p:grpSpPr>
        <p:sp>
          <p:nvSpPr>
            <p:cNvPr id="969" name="Google Shape;969;p26"/>
            <p:cNvSpPr/>
            <p:nvPr/>
          </p:nvSpPr>
          <p:spPr>
            <a:xfrm rot="1771310">
              <a:off x="1465550" y="707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pic>
          <p:nvPicPr>
            <p:cNvPr id="970" name="Google Shape;970;p26"/>
            <p:cNvPicPr preferRelativeResize="0"/>
            <p:nvPr/>
          </p:nvPicPr>
          <p:blipFill rotWithShape="1">
            <a:blip r:embed="rId5">
              <a:alphaModFix/>
            </a:blip>
            <a:srcRect l="28959" t="12546" r="12546" b="12546"/>
            <a:stretch/>
          </p:blipFill>
          <p:spPr>
            <a:xfrm rot="10800000">
              <a:off x="-349201" y="3754652"/>
              <a:ext cx="726651" cy="59654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26"/>
            <p:cNvSpPr/>
            <p:nvPr/>
          </p:nvSpPr>
          <p:spPr>
            <a:xfrm rot="1771310">
              <a:off x="8665750" y="409338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6820860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3" name="Google Shape;973;p27"/>
          <p:cNvGrpSpPr/>
          <p:nvPr/>
        </p:nvGrpSpPr>
        <p:grpSpPr>
          <a:xfrm>
            <a:off x="-8633" y="3621633"/>
            <a:ext cx="12333600" cy="3254647"/>
            <a:chOff x="-6475" y="2716224"/>
            <a:chExt cx="9250200" cy="2440985"/>
          </a:xfrm>
        </p:grpSpPr>
        <p:grpSp>
          <p:nvGrpSpPr>
            <p:cNvPr id="974" name="Google Shape;974;p27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975" name="Google Shape;975;p27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6" name="Google Shape;976;p27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7" name="Google Shape;977;p27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8" name="Google Shape;978;p27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79" name="Google Shape;979;p27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0" name="Google Shape;980;p27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1" name="Google Shape;981;p27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2" name="Google Shape;982;p27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3" name="Google Shape;983;p27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4" name="Google Shape;984;p27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5" name="Google Shape;985;p27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86" name="Google Shape;986;p27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987" name="Google Shape;987;p27"/>
            <p:cNvGrpSpPr/>
            <p:nvPr/>
          </p:nvGrpSpPr>
          <p:grpSpPr>
            <a:xfrm>
              <a:off x="-6475" y="2716224"/>
              <a:ext cx="9141070" cy="1893600"/>
              <a:chOff x="-6475" y="2716224"/>
              <a:chExt cx="9141070" cy="1893600"/>
            </a:xfrm>
          </p:grpSpPr>
          <p:sp>
            <p:nvSpPr>
              <p:cNvPr id="988" name="Google Shape;988;p27"/>
              <p:cNvSpPr/>
              <p:nvPr/>
            </p:nvSpPr>
            <p:spPr>
              <a:xfrm flipH="1">
                <a:off x="8835795" y="2937530"/>
                <a:ext cx="298800" cy="1672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89" name="Google Shape;989;p27"/>
              <p:cNvSpPr/>
              <p:nvPr/>
            </p:nvSpPr>
            <p:spPr>
              <a:xfrm flipH="1">
                <a:off x="8393681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0" name="Google Shape;990;p27"/>
              <p:cNvSpPr/>
              <p:nvPr/>
            </p:nvSpPr>
            <p:spPr>
              <a:xfrm flipH="1">
                <a:off x="7951568" y="3330530"/>
                <a:ext cx="298800" cy="1279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1" name="Google Shape;991;p27"/>
              <p:cNvSpPr/>
              <p:nvPr/>
            </p:nvSpPr>
            <p:spPr>
              <a:xfrm flipH="1">
                <a:off x="7509454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2" name="Google Shape;992;p27"/>
              <p:cNvSpPr/>
              <p:nvPr/>
            </p:nvSpPr>
            <p:spPr>
              <a:xfrm flipH="1">
                <a:off x="7067341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3" name="Google Shape;993;p27"/>
              <p:cNvSpPr/>
              <p:nvPr/>
            </p:nvSpPr>
            <p:spPr>
              <a:xfrm flipH="1">
                <a:off x="6625227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4" name="Google Shape;994;p27"/>
              <p:cNvSpPr/>
              <p:nvPr/>
            </p:nvSpPr>
            <p:spPr>
              <a:xfrm flipH="1">
                <a:off x="6183114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5" name="Google Shape;995;p27"/>
              <p:cNvSpPr/>
              <p:nvPr/>
            </p:nvSpPr>
            <p:spPr>
              <a:xfrm flipH="1">
                <a:off x="5298887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6" name="Google Shape;996;p27"/>
              <p:cNvSpPr/>
              <p:nvPr/>
            </p:nvSpPr>
            <p:spPr>
              <a:xfrm>
                <a:off x="-6475" y="2716224"/>
                <a:ext cx="298800" cy="1893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7" name="Google Shape;997;p27"/>
              <p:cNvSpPr/>
              <p:nvPr/>
            </p:nvSpPr>
            <p:spPr>
              <a:xfrm>
                <a:off x="435639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8" name="Google Shape;998;p27"/>
              <p:cNvSpPr/>
              <p:nvPr/>
            </p:nvSpPr>
            <p:spPr>
              <a:xfrm>
                <a:off x="877752" y="3330530"/>
                <a:ext cx="298800" cy="12792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999" name="Google Shape;999;p27"/>
              <p:cNvSpPr/>
              <p:nvPr/>
            </p:nvSpPr>
            <p:spPr>
              <a:xfrm>
                <a:off x="1319866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0" name="Google Shape;1000;p27"/>
              <p:cNvSpPr/>
              <p:nvPr/>
            </p:nvSpPr>
            <p:spPr>
              <a:xfrm>
                <a:off x="1761979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1" name="Google Shape;1001;p27"/>
              <p:cNvSpPr/>
              <p:nvPr/>
            </p:nvSpPr>
            <p:spPr>
              <a:xfrm>
                <a:off x="2204093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2" name="Google Shape;1002;p27"/>
              <p:cNvSpPr/>
              <p:nvPr/>
            </p:nvSpPr>
            <p:spPr>
              <a:xfrm>
                <a:off x="2646206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3" name="Google Shape;1003;p27"/>
              <p:cNvSpPr/>
              <p:nvPr/>
            </p:nvSpPr>
            <p:spPr>
              <a:xfrm>
                <a:off x="3088320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4" name="Google Shape;1004;p27"/>
              <p:cNvSpPr/>
              <p:nvPr/>
            </p:nvSpPr>
            <p:spPr>
              <a:xfrm>
                <a:off x="3530433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5" name="Google Shape;1005;p27"/>
              <p:cNvSpPr/>
              <p:nvPr/>
            </p:nvSpPr>
            <p:spPr>
              <a:xfrm>
                <a:off x="4414660" y="3140330"/>
                <a:ext cx="298800" cy="1469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6" name="Google Shape;1006;p27"/>
              <p:cNvSpPr/>
              <p:nvPr/>
            </p:nvSpPr>
            <p:spPr>
              <a:xfrm>
                <a:off x="4856773" y="3949130"/>
                <a:ext cx="298800" cy="660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7" name="Google Shape;1007;p27"/>
              <p:cNvSpPr/>
              <p:nvPr/>
            </p:nvSpPr>
            <p:spPr>
              <a:xfrm>
                <a:off x="3972546" y="3562730"/>
                <a:ext cx="298800" cy="1047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08" name="Google Shape;1008;p27"/>
              <p:cNvSpPr/>
              <p:nvPr/>
            </p:nvSpPr>
            <p:spPr>
              <a:xfrm>
                <a:off x="5741000" y="4148330"/>
                <a:ext cx="298800" cy="461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009" name="Google Shape;1009;p27"/>
          <p:cNvGrpSpPr/>
          <p:nvPr/>
        </p:nvGrpSpPr>
        <p:grpSpPr>
          <a:xfrm>
            <a:off x="-8631" y="449570"/>
            <a:ext cx="12004619" cy="5977497"/>
            <a:chOff x="-6473" y="337177"/>
            <a:chExt cx="9003464" cy="4483123"/>
          </a:xfrm>
        </p:grpSpPr>
        <p:pic>
          <p:nvPicPr>
            <p:cNvPr id="1010" name="Google Shape;1010;p27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-6473" y="4118400"/>
              <a:ext cx="854948" cy="70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11" name="Google Shape;1011;p27"/>
            <p:cNvGrpSpPr/>
            <p:nvPr/>
          </p:nvGrpSpPr>
          <p:grpSpPr>
            <a:xfrm>
              <a:off x="340235" y="337177"/>
              <a:ext cx="745978" cy="516368"/>
              <a:chOff x="923424" y="1580182"/>
              <a:chExt cx="1171264" cy="810752"/>
            </a:xfrm>
          </p:grpSpPr>
          <p:sp>
            <p:nvSpPr>
              <p:cNvPr id="1012" name="Google Shape;1012;p27"/>
              <p:cNvSpPr/>
              <p:nvPr/>
            </p:nvSpPr>
            <p:spPr>
              <a:xfrm>
                <a:off x="9234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3" name="Google Shape;1013;p27"/>
              <p:cNvSpPr/>
              <p:nvPr/>
            </p:nvSpPr>
            <p:spPr>
              <a:xfrm>
                <a:off x="16266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0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0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4" name="Google Shape;1014;p27"/>
              <p:cNvSpPr/>
              <p:nvPr/>
            </p:nvSpPr>
            <p:spPr>
              <a:xfrm>
                <a:off x="1274896" y="1580182"/>
                <a:ext cx="468096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7" fill="none" extrusionOk="0">
                    <a:moveTo>
                      <a:pt x="21942" y="1"/>
                    </a:moveTo>
                    <a:lnTo>
                      <a:pt x="7314" y="1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15" name="Google Shape;1015;p27"/>
              <p:cNvSpPr/>
              <p:nvPr/>
            </p:nvSpPr>
            <p:spPr>
              <a:xfrm>
                <a:off x="1274896" y="1985558"/>
                <a:ext cx="468096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6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016" name="Google Shape;1016;p27"/>
            <p:cNvSpPr/>
            <p:nvPr/>
          </p:nvSpPr>
          <p:spPr>
            <a:xfrm rot="1771310">
              <a:off x="8583600" y="1804538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9977377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28"/>
          <p:cNvSpPr/>
          <p:nvPr/>
        </p:nvSpPr>
        <p:spPr>
          <a:xfrm flipH="1">
            <a:off x="7065183" y="5531107"/>
            <a:ext cx="398400" cy="6152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9" name="Google Shape;1019;p28"/>
          <p:cNvSpPr/>
          <p:nvPr/>
        </p:nvSpPr>
        <p:spPr>
          <a:xfrm>
            <a:off x="4707233" y="5531105"/>
            <a:ext cx="398400" cy="6152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0" name="Google Shape;1020;p28"/>
          <p:cNvSpPr/>
          <p:nvPr/>
        </p:nvSpPr>
        <p:spPr>
          <a:xfrm>
            <a:off x="5886200" y="5869107"/>
            <a:ext cx="398400" cy="2772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1" name="Google Shape;1021;p28"/>
          <p:cNvSpPr/>
          <p:nvPr/>
        </p:nvSpPr>
        <p:spPr>
          <a:xfrm>
            <a:off x="6475700" y="5676472"/>
            <a:ext cx="398400" cy="4700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2" name="Google Shape;1022;p28"/>
          <p:cNvSpPr/>
          <p:nvPr/>
        </p:nvSpPr>
        <p:spPr>
          <a:xfrm>
            <a:off x="5296733" y="5676469"/>
            <a:ext cx="398400" cy="470000"/>
          </a:xfrm>
          <a:prstGeom prst="rect">
            <a:avLst/>
          </a:prstGeom>
          <a:solidFill>
            <a:srgbClr val="A4ABD7">
              <a:alpha val="4762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23" name="Google Shape;1023;p28"/>
          <p:cNvGrpSpPr/>
          <p:nvPr/>
        </p:nvGrpSpPr>
        <p:grpSpPr>
          <a:xfrm>
            <a:off x="-8633" y="2607067"/>
            <a:ext cx="12333600" cy="4269212"/>
            <a:chOff x="-6475" y="1955300"/>
            <a:chExt cx="9250200" cy="3201909"/>
          </a:xfrm>
        </p:grpSpPr>
        <p:grpSp>
          <p:nvGrpSpPr>
            <p:cNvPr id="1024" name="Google Shape;1024;p28"/>
            <p:cNvGrpSpPr/>
            <p:nvPr/>
          </p:nvGrpSpPr>
          <p:grpSpPr>
            <a:xfrm>
              <a:off x="-6475" y="4609669"/>
              <a:ext cx="9250200" cy="547540"/>
              <a:chOff x="-6475" y="4167900"/>
              <a:chExt cx="9250200" cy="988875"/>
            </a:xfrm>
          </p:grpSpPr>
          <p:cxnSp>
            <p:nvCxnSpPr>
              <p:cNvPr id="1025" name="Google Shape;1025;p28"/>
              <p:cNvCxnSpPr/>
              <p:nvPr/>
            </p:nvCxnSpPr>
            <p:spPr>
              <a:xfrm>
                <a:off x="2550" y="4167900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6" name="Google Shape;1026;p28"/>
              <p:cNvCxnSpPr/>
              <p:nvPr/>
            </p:nvCxnSpPr>
            <p:spPr>
              <a:xfrm>
                <a:off x="2550" y="4338618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7" name="Google Shape;1027;p28"/>
              <p:cNvCxnSpPr/>
              <p:nvPr/>
            </p:nvCxnSpPr>
            <p:spPr>
              <a:xfrm>
                <a:off x="2550" y="4566243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8" name="Google Shape;1028;p28"/>
              <p:cNvCxnSpPr/>
              <p:nvPr/>
            </p:nvCxnSpPr>
            <p:spPr>
              <a:xfrm>
                <a:off x="2550" y="4850774"/>
                <a:ext cx="9138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9" name="Google Shape;1029;p28"/>
              <p:cNvCxnSpPr/>
              <p:nvPr/>
            </p:nvCxnSpPr>
            <p:spPr>
              <a:xfrm rot="10800000" flipH="1">
                <a:off x="-647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0" name="Google Shape;1030;p28"/>
              <p:cNvCxnSpPr/>
              <p:nvPr/>
            </p:nvCxnSpPr>
            <p:spPr>
              <a:xfrm rot="10800000" flipH="1">
                <a:off x="1514439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1" name="Google Shape;1031;p28"/>
              <p:cNvCxnSpPr/>
              <p:nvPr/>
            </p:nvCxnSpPr>
            <p:spPr>
              <a:xfrm rot="10800000" flipH="1">
                <a:off x="2941154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2" name="Google Shape;1032;p28"/>
              <p:cNvCxnSpPr/>
              <p:nvPr/>
            </p:nvCxnSpPr>
            <p:spPr>
              <a:xfrm rot="10800000">
                <a:off x="4140768" y="4168414"/>
                <a:ext cx="0" cy="973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3" name="Google Shape;1033;p28"/>
              <p:cNvCxnSpPr/>
              <p:nvPr/>
            </p:nvCxnSpPr>
            <p:spPr>
              <a:xfrm rot="10800000">
                <a:off x="8604125" y="4167973"/>
                <a:ext cx="639600" cy="827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4" name="Google Shape;1034;p28"/>
              <p:cNvCxnSpPr/>
              <p:nvPr/>
            </p:nvCxnSpPr>
            <p:spPr>
              <a:xfrm rot="10800000">
                <a:off x="7177411" y="4168114"/>
                <a:ext cx="545400" cy="973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5" name="Google Shape;1035;p28"/>
              <p:cNvCxnSpPr/>
              <p:nvPr/>
            </p:nvCxnSpPr>
            <p:spPr>
              <a:xfrm rot="10800000">
                <a:off x="5977796" y="4167975"/>
                <a:ext cx="318300" cy="988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36" name="Google Shape;1036;p28"/>
              <p:cNvCxnSpPr/>
              <p:nvPr/>
            </p:nvCxnSpPr>
            <p:spPr>
              <a:xfrm rot="10800000">
                <a:off x="5022082" y="4168100"/>
                <a:ext cx="74400" cy="963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037" name="Google Shape;1037;p28"/>
            <p:cNvGrpSpPr/>
            <p:nvPr/>
          </p:nvGrpSpPr>
          <p:grpSpPr>
            <a:xfrm>
              <a:off x="-6475" y="1955300"/>
              <a:ext cx="9141075" cy="2654569"/>
              <a:chOff x="-6475" y="1955300"/>
              <a:chExt cx="9141075" cy="2654569"/>
            </a:xfrm>
          </p:grpSpPr>
          <p:sp>
            <p:nvSpPr>
              <p:cNvPr id="1038" name="Google Shape;1038;p28"/>
              <p:cNvSpPr/>
              <p:nvPr/>
            </p:nvSpPr>
            <p:spPr>
              <a:xfrm flipH="1">
                <a:off x="8835800" y="1955324"/>
                <a:ext cx="298800" cy="2654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39" name="Google Shape;1039;p28"/>
              <p:cNvSpPr/>
              <p:nvPr/>
            </p:nvSpPr>
            <p:spPr>
              <a:xfrm flipH="1">
                <a:off x="8393675" y="2253901"/>
                <a:ext cx="298800" cy="2355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0" name="Google Shape;1040;p28"/>
              <p:cNvSpPr/>
              <p:nvPr/>
            </p:nvSpPr>
            <p:spPr>
              <a:xfrm flipH="1">
                <a:off x="7951575" y="2619897"/>
                <a:ext cx="298800" cy="1989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1" name="Google Shape;1041;p28"/>
              <p:cNvSpPr/>
              <p:nvPr/>
            </p:nvSpPr>
            <p:spPr>
              <a:xfrm flipH="1">
                <a:off x="7509450" y="2985922"/>
                <a:ext cx="298800" cy="1623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2" name="Google Shape;1042;p28"/>
              <p:cNvSpPr/>
              <p:nvPr/>
            </p:nvSpPr>
            <p:spPr>
              <a:xfrm flipH="1">
                <a:off x="7067350" y="3429010"/>
                <a:ext cx="298800" cy="1180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3" name="Google Shape;1043;p28"/>
              <p:cNvSpPr/>
              <p:nvPr/>
            </p:nvSpPr>
            <p:spPr>
              <a:xfrm flipH="1">
                <a:off x="6625225" y="3631269"/>
                <a:ext cx="298800" cy="978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4" name="Google Shape;1044;p28"/>
              <p:cNvSpPr/>
              <p:nvPr/>
            </p:nvSpPr>
            <p:spPr>
              <a:xfrm flipH="1">
                <a:off x="6183125" y="3775752"/>
                <a:ext cx="298800" cy="834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5" name="Google Shape;1045;p28"/>
              <p:cNvSpPr/>
              <p:nvPr/>
            </p:nvSpPr>
            <p:spPr>
              <a:xfrm>
                <a:off x="-6475" y="1955300"/>
                <a:ext cx="298800" cy="26544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6" name="Google Shape;1046;p28"/>
              <p:cNvSpPr/>
              <p:nvPr/>
            </p:nvSpPr>
            <p:spPr>
              <a:xfrm>
                <a:off x="435650" y="2253901"/>
                <a:ext cx="298800" cy="2355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7" name="Google Shape;1047;p28"/>
              <p:cNvSpPr/>
              <p:nvPr/>
            </p:nvSpPr>
            <p:spPr>
              <a:xfrm>
                <a:off x="877750" y="2619897"/>
                <a:ext cx="298800" cy="1989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8" name="Google Shape;1048;p28"/>
              <p:cNvSpPr/>
              <p:nvPr/>
            </p:nvSpPr>
            <p:spPr>
              <a:xfrm>
                <a:off x="1319875" y="2985922"/>
                <a:ext cx="298800" cy="16239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49" name="Google Shape;1049;p28"/>
              <p:cNvSpPr/>
              <p:nvPr/>
            </p:nvSpPr>
            <p:spPr>
              <a:xfrm>
                <a:off x="1761975" y="3429001"/>
                <a:ext cx="298800" cy="11808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0" name="Google Shape;1050;p28"/>
              <p:cNvSpPr/>
              <p:nvPr/>
            </p:nvSpPr>
            <p:spPr>
              <a:xfrm>
                <a:off x="2204100" y="3631269"/>
                <a:ext cx="298800" cy="978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1" name="Google Shape;1051;p28"/>
              <p:cNvSpPr/>
              <p:nvPr/>
            </p:nvSpPr>
            <p:spPr>
              <a:xfrm>
                <a:off x="2646200" y="3775752"/>
                <a:ext cx="298800" cy="8340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2" name="Google Shape;1052;p28"/>
              <p:cNvSpPr/>
              <p:nvPr/>
            </p:nvSpPr>
            <p:spPr>
              <a:xfrm>
                <a:off x="3088325" y="3949122"/>
                <a:ext cx="298800" cy="660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3" name="Google Shape;1053;p28"/>
              <p:cNvSpPr/>
              <p:nvPr/>
            </p:nvSpPr>
            <p:spPr>
              <a:xfrm>
                <a:off x="5741001" y="3949122"/>
                <a:ext cx="298800" cy="660600"/>
              </a:xfrm>
              <a:prstGeom prst="rect">
                <a:avLst/>
              </a:prstGeom>
              <a:solidFill>
                <a:srgbClr val="A4ABD7">
                  <a:alpha val="4762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</p:grpSp>
      <p:grpSp>
        <p:nvGrpSpPr>
          <p:cNvPr id="1054" name="Google Shape;1054;p28"/>
          <p:cNvGrpSpPr/>
          <p:nvPr/>
        </p:nvGrpSpPr>
        <p:grpSpPr>
          <a:xfrm>
            <a:off x="1792395" y="-3"/>
            <a:ext cx="10562456" cy="6857993"/>
            <a:chOff x="1344296" y="-3"/>
            <a:chExt cx="7921842" cy="5143495"/>
          </a:xfrm>
        </p:grpSpPr>
        <p:pic>
          <p:nvPicPr>
            <p:cNvPr id="1055" name="Google Shape;1055;p28"/>
            <p:cNvPicPr preferRelativeResize="0"/>
            <p:nvPr/>
          </p:nvPicPr>
          <p:blipFill rotWithShape="1">
            <a:blip r:embed="rId2">
              <a:alphaModFix/>
            </a:blip>
            <a:srcRect l="28959" t="12546" r="12546" b="12546"/>
            <a:stretch/>
          </p:blipFill>
          <p:spPr>
            <a:xfrm rot="10800000">
              <a:off x="8344502" y="3058875"/>
              <a:ext cx="854948" cy="7019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56" name="Google Shape;1056;p28"/>
            <p:cNvGrpSpPr/>
            <p:nvPr/>
          </p:nvGrpSpPr>
          <p:grpSpPr>
            <a:xfrm>
              <a:off x="8520160" y="433502"/>
              <a:ext cx="745978" cy="516368"/>
              <a:chOff x="923424" y="1580182"/>
              <a:chExt cx="1171264" cy="810752"/>
            </a:xfrm>
          </p:grpSpPr>
          <p:sp>
            <p:nvSpPr>
              <p:cNvPr id="1057" name="Google Shape;1057;p28"/>
              <p:cNvSpPr/>
              <p:nvPr/>
            </p:nvSpPr>
            <p:spPr>
              <a:xfrm>
                <a:off x="9234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8" name="Google Shape;1058;p28"/>
              <p:cNvSpPr/>
              <p:nvPr/>
            </p:nvSpPr>
            <p:spPr>
              <a:xfrm>
                <a:off x="1626624" y="1782870"/>
                <a:ext cx="468064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4" h="25337" fill="none" extrusionOk="0">
                    <a:moveTo>
                      <a:pt x="21940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0" y="25336"/>
                    </a:lnTo>
                    <a:lnTo>
                      <a:pt x="29254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59" name="Google Shape;1059;p28"/>
              <p:cNvSpPr/>
              <p:nvPr/>
            </p:nvSpPr>
            <p:spPr>
              <a:xfrm>
                <a:off x="1274896" y="1580182"/>
                <a:ext cx="468096" cy="405392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7" fill="none" extrusionOk="0">
                    <a:moveTo>
                      <a:pt x="21942" y="1"/>
                    </a:moveTo>
                    <a:lnTo>
                      <a:pt x="7314" y="1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sp>
            <p:nvSpPr>
              <p:cNvPr id="1060" name="Google Shape;1060;p28"/>
              <p:cNvSpPr/>
              <p:nvPr/>
            </p:nvSpPr>
            <p:spPr>
              <a:xfrm>
                <a:off x="1274896" y="1985558"/>
                <a:ext cx="468096" cy="405376"/>
              </a:xfrm>
              <a:custGeom>
                <a:avLst/>
                <a:gdLst/>
                <a:ahLst/>
                <a:cxnLst/>
                <a:rect l="l" t="t" r="r" b="b"/>
                <a:pathLst>
                  <a:path w="29256" h="25336" fill="none" extrusionOk="0">
                    <a:moveTo>
                      <a:pt x="21942" y="0"/>
                    </a:moveTo>
                    <a:lnTo>
                      <a:pt x="7314" y="0"/>
                    </a:lnTo>
                    <a:lnTo>
                      <a:pt x="0" y="12668"/>
                    </a:lnTo>
                    <a:lnTo>
                      <a:pt x="7314" y="25336"/>
                    </a:lnTo>
                    <a:lnTo>
                      <a:pt x="21942" y="25336"/>
                    </a:lnTo>
                    <a:lnTo>
                      <a:pt x="29256" y="12668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dk2"/>
                </a:solidFill>
                <a:prstDash val="solid"/>
                <a:miter lim="228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</p:grpSp>
        <p:sp>
          <p:nvSpPr>
            <p:cNvPr id="1061" name="Google Shape;1061;p28"/>
            <p:cNvSpPr/>
            <p:nvPr/>
          </p:nvSpPr>
          <p:spPr>
            <a:xfrm rot="1771310">
              <a:off x="2062725" y="6351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A4ABD7">
                <a:alpha val="256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28"/>
            <p:cNvSpPr/>
            <p:nvPr/>
          </p:nvSpPr>
          <p:spPr>
            <a:xfrm rot="1771310">
              <a:off x="1407750" y="4730163"/>
              <a:ext cx="349937" cy="349812"/>
            </a:xfrm>
            <a:custGeom>
              <a:avLst/>
              <a:gdLst/>
              <a:ahLst/>
              <a:cxnLst/>
              <a:rect l="l" t="t" r="r" b="b"/>
              <a:pathLst>
                <a:path w="36610" h="36610" extrusionOk="0">
                  <a:moveTo>
                    <a:pt x="36609" y="21428"/>
                  </a:moveTo>
                  <a:lnTo>
                    <a:pt x="36609" y="15183"/>
                  </a:lnTo>
                  <a:lnTo>
                    <a:pt x="32092" y="15183"/>
                  </a:lnTo>
                  <a:cubicBezTo>
                    <a:pt x="31732" y="13592"/>
                    <a:pt x="31102" y="12105"/>
                    <a:pt x="30257" y="10768"/>
                  </a:cubicBezTo>
                  <a:lnTo>
                    <a:pt x="33456" y="7569"/>
                  </a:lnTo>
                  <a:lnTo>
                    <a:pt x="29041" y="3154"/>
                  </a:lnTo>
                  <a:lnTo>
                    <a:pt x="25842" y="6353"/>
                  </a:lnTo>
                  <a:cubicBezTo>
                    <a:pt x="24505" y="5508"/>
                    <a:pt x="23019" y="4878"/>
                    <a:pt x="21427" y="4519"/>
                  </a:cubicBezTo>
                  <a:lnTo>
                    <a:pt x="21427" y="1"/>
                  </a:lnTo>
                  <a:lnTo>
                    <a:pt x="15183" y="1"/>
                  </a:lnTo>
                  <a:lnTo>
                    <a:pt x="15183" y="4519"/>
                  </a:lnTo>
                  <a:cubicBezTo>
                    <a:pt x="13591" y="4878"/>
                    <a:pt x="12105" y="5508"/>
                    <a:pt x="10768" y="6353"/>
                  </a:cubicBezTo>
                  <a:lnTo>
                    <a:pt x="7569" y="3154"/>
                  </a:lnTo>
                  <a:lnTo>
                    <a:pt x="3154" y="7569"/>
                  </a:lnTo>
                  <a:lnTo>
                    <a:pt x="6353" y="10768"/>
                  </a:lnTo>
                  <a:cubicBezTo>
                    <a:pt x="5508" y="12105"/>
                    <a:pt x="4878" y="13592"/>
                    <a:pt x="4519" y="15183"/>
                  </a:cubicBezTo>
                  <a:lnTo>
                    <a:pt x="1" y="15183"/>
                  </a:lnTo>
                  <a:lnTo>
                    <a:pt x="1" y="21428"/>
                  </a:lnTo>
                  <a:lnTo>
                    <a:pt x="4519" y="21428"/>
                  </a:lnTo>
                  <a:cubicBezTo>
                    <a:pt x="4878" y="23019"/>
                    <a:pt x="5508" y="24505"/>
                    <a:pt x="6353" y="25843"/>
                  </a:cubicBezTo>
                  <a:lnTo>
                    <a:pt x="3154" y="29042"/>
                  </a:lnTo>
                  <a:lnTo>
                    <a:pt x="7569" y="33457"/>
                  </a:lnTo>
                  <a:lnTo>
                    <a:pt x="10768" y="30258"/>
                  </a:lnTo>
                  <a:cubicBezTo>
                    <a:pt x="12105" y="31103"/>
                    <a:pt x="13591" y="31732"/>
                    <a:pt x="15183" y="32092"/>
                  </a:cubicBezTo>
                  <a:lnTo>
                    <a:pt x="15183" y="36610"/>
                  </a:lnTo>
                  <a:lnTo>
                    <a:pt x="21427" y="36610"/>
                  </a:lnTo>
                  <a:lnTo>
                    <a:pt x="21427" y="32092"/>
                  </a:lnTo>
                  <a:cubicBezTo>
                    <a:pt x="23019" y="31732"/>
                    <a:pt x="24505" y="31103"/>
                    <a:pt x="25842" y="30258"/>
                  </a:cubicBezTo>
                  <a:lnTo>
                    <a:pt x="29041" y="33457"/>
                  </a:lnTo>
                  <a:lnTo>
                    <a:pt x="33456" y="29042"/>
                  </a:lnTo>
                  <a:lnTo>
                    <a:pt x="30257" y="25843"/>
                  </a:lnTo>
                  <a:cubicBezTo>
                    <a:pt x="31102" y="24505"/>
                    <a:pt x="31732" y="23019"/>
                    <a:pt x="32092" y="21428"/>
                  </a:cubicBezTo>
                  <a:close/>
                  <a:moveTo>
                    <a:pt x="19650" y="25059"/>
                  </a:moveTo>
                  <a:cubicBezTo>
                    <a:pt x="14803" y="25978"/>
                    <a:pt x="10633" y="21808"/>
                    <a:pt x="11551" y="16960"/>
                  </a:cubicBezTo>
                  <a:cubicBezTo>
                    <a:pt x="12064" y="14251"/>
                    <a:pt x="14249" y="12066"/>
                    <a:pt x="16958" y="11551"/>
                  </a:cubicBezTo>
                  <a:cubicBezTo>
                    <a:pt x="21805" y="10631"/>
                    <a:pt x="25980" y="14805"/>
                    <a:pt x="25059" y="19653"/>
                  </a:cubicBezTo>
                  <a:cubicBezTo>
                    <a:pt x="24546" y="22362"/>
                    <a:pt x="22359" y="24546"/>
                    <a:pt x="19650" y="25059"/>
                  </a:cubicBezTo>
                  <a:close/>
                </a:path>
              </a:pathLst>
            </a:custGeom>
            <a:solidFill>
              <a:srgbClr val="FFFFFF">
                <a:alpha val="452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649274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77226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31"/>
          <p:cNvSpPr txBox="1">
            <a:spLocks noGrp="1"/>
          </p:cNvSpPr>
          <p:nvPr>
            <p:ph type="title"/>
          </p:nvPr>
        </p:nvSpPr>
        <p:spPr>
          <a:xfrm>
            <a:off x="1397800" y="431800"/>
            <a:ext cx="93964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990643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0">
              <a:schemeClr val="lt1"/>
            </a:gs>
            <a:gs pos="100000">
              <a:schemeClr val="dk2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ecular One"/>
              <a:buNone/>
              <a:defRPr sz="3500">
                <a:solidFill>
                  <a:schemeClr val="dk1"/>
                </a:solidFill>
                <a:latin typeface="Secular One"/>
                <a:ea typeface="Secular One"/>
                <a:cs typeface="Secular One"/>
                <a:sym typeface="Secular On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●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○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"/>
              <a:buChar char="■"/>
              <a:defRPr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904608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72" r:id="rId1"/>
    <p:sldLayoutId id="2147483773" r:id="rId2"/>
    <p:sldLayoutId id="2147483774" r:id="rId3"/>
    <p:sldLayoutId id="2147483775" r:id="rId4"/>
    <p:sldLayoutId id="2147483777" r:id="rId5"/>
    <p:sldLayoutId id="2147483778" r:id="rId6"/>
    <p:sldLayoutId id="2147483780" r:id="rId7"/>
    <p:sldLayoutId id="2147483781" r:id="rId8"/>
    <p:sldLayoutId id="2147483782" r:id="rId9"/>
    <p:sldLayoutId id="2147483783" r:id="rId10"/>
    <p:sldLayoutId id="2147483784" r:id="rId11"/>
    <p:sldLayoutId id="2147483785" r:id="rId12"/>
    <p:sldLayoutId id="2147483786" r:id="rId13"/>
    <p:sldLayoutId id="2147483787" r:id="rId14"/>
    <p:sldLayoutId id="2147483788" r:id="rId15"/>
    <p:sldLayoutId id="2147483789" r:id="rId16"/>
    <p:sldLayoutId id="2147483790" r:id="rId17"/>
    <p:sldLayoutId id="2147483791" r:id="rId18"/>
    <p:sldLayoutId id="2147483793" r:id="rId19"/>
    <p:sldLayoutId id="2147483794" r:id="rId20"/>
    <p:sldLayoutId id="2147483795" r:id="rId21"/>
    <p:sldLayoutId id="2147483796" r:id="rId22"/>
    <p:sldLayoutId id="2147483797" r:id="rId23"/>
    <p:sldLayoutId id="2147483798" r:id="rId24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29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065" name="Google Shape;1065;p29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53867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.jpeg"/><Relationship Id="rId5" Type="http://schemas.openxmlformats.org/officeDocument/2006/relationships/image" Target="../media/image1.png"/><Relationship Id="rId4" Type="http://schemas.openxmlformats.org/officeDocument/2006/relationships/hyperlink" Target="https://hu.wikipedia.org/wiki/ChatGPT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8.png"/><Relationship Id="rId7" Type="http://schemas.openxmlformats.org/officeDocument/2006/relationships/hyperlink" Target="https://hu.wikipedia.org/wiki/ChatGPT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1.png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hyperlink" Target="https://hu.wikipedia.org/wiki/ChatGPT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11" Type="http://schemas.openxmlformats.org/officeDocument/2006/relationships/image" Target="../media/image7.png"/><Relationship Id="rId5" Type="http://schemas.openxmlformats.org/officeDocument/2006/relationships/hyperlink" Target="https://pixabay.com/en/danger-warning-skull-and-crossbones-24045/" TargetMode="External"/><Relationship Id="rId10" Type="http://schemas.openxmlformats.org/officeDocument/2006/relationships/image" Target="../media/image6.jpeg"/><Relationship Id="rId4" Type="http://schemas.openxmlformats.org/officeDocument/2006/relationships/image" Target="../media/image10.png"/><Relationship Id="rId9" Type="http://schemas.openxmlformats.org/officeDocument/2006/relationships/hyperlink" Target="https://hu.wikipedia.org/wiki/ChatGPT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.png"/><Relationship Id="rId5" Type="http://schemas.openxmlformats.org/officeDocument/2006/relationships/hyperlink" Target="https://hu.wikipedia.org/wiki/ChatGPT" TargetMode="Externa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32"/>
          <p:cNvSpPr txBox="1">
            <a:spLocks noGrp="1"/>
          </p:cNvSpPr>
          <p:nvPr>
            <p:ph type="ctrTitle" idx="2"/>
          </p:nvPr>
        </p:nvSpPr>
        <p:spPr>
          <a:xfrm>
            <a:off x="950967" y="1322667"/>
            <a:ext cx="7057600" cy="317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IN" dirty="0"/>
              <a:t>Generative AI in Software Development</a:t>
            </a:r>
          </a:p>
        </p:txBody>
      </p:sp>
      <p:sp>
        <p:nvSpPr>
          <p:cNvPr id="1074" name="Google Shape;1074;p32"/>
          <p:cNvSpPr/>
          <p:nvPr/>
        </p:nvSpPr>
        <p:spPr>
          <a:xfrm>
            <a:off x="1097268" y="4990867"/>
            <a:ext cx="6305200" cy="558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/>
              </a:gs>
              <a:gs pos="100000">
                <a:schemeClr val="lt2"/>
              </a:gs>
            </a:gsLst>
            <a:lin ang="5400012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075" name="Google Shape;1075;p32"/>
          <p:cNvSpPr txBox="1">
            <a:spLocks noGrp="1"/>
          </p:cNvSpPr>
          <p:nvPr>
            <p:ph type="ctrTitle"/>
          </p:nvPr>
        </p:nvSpPr>
        <p:spPr>
          <a:xfrm>
            <a:off x="950967" y="701067"/>
            <a:ext cx="8941754" cy="52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dirty="0"/>
              <a:t>Applied Machine Learning with Generative AI</a:t>
            </a:r>
          </a:p>
        </p:txBody>
      </p:sp>
      <p:sp>
        <p:nvSpPr>
          <p:cNvPr id="1076" name="Google Shape;1076;p32"/>
          <p:cNvSpPr txBox="1">
            <a:spLocks noGrp="1"/>
          </p:cNvSpPr>
          <p:nvPr>
            <p:ph type="subTitle" idx="1"/>
          </p:nvPr>
        </p:nvSpPr>
        <p:spPr>
          <a:xfrm>
            <a:off x="1230000" y="4964320"/>
            <a:ext cx="7283064" cy="5584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2000" dirty="0">
                <a:solidFill>
                  <a:schemeClr val="lt1"/>
                </a:solidFill>
              </a:rPr>
              <a:t>AI-Assisted Coding, Debugging &amp; Code Generation</a:t>
            </a:r>
          </a:p>
        </p:txBody>
      </p:sp>
      <p:grpSp>
        <p:nvGrpSpPr>
          <p:cNvPr id="1077" name="Google Shape;1077;p32"/>
          <p:cNvGrpSpPr/>
          <p:nvPr/>
        </p:nvGrpSpPr>
        <p:grpSpPr>
          <a:xfrm>
            <a:off x="7691109" y="2681297"/>
            <a:ext cx="3976004" cy="3767703"/>
            <a:chOff x="405994" y="1318049"/>
            <a:chExt cx="3395199" cy="3217326"/>
          </a:xfrm>
        </p:grpSpPr>
        <p:pic>
          <p:nvPicPr>
            <p:cNvPr id="1078" name="Google Shape;1078;p32"/>
            <p:cNvPicPr preferRelativeResize="0"/>
            <p:nvPr/>
          </p:nvPicPr>
          <p:blipFill rotWithShape="1">
            <a:blip r:embed="rId3">
              <a:alphaModFix/>
            </a:blip>
            <a:srcRect t="14449"/>
            <a:stretch/>
          </p:blipFill>
          <p:spPr>
            <a:xfrm>
              <a:off x="405994" y="1318049"/>
              <a:ext cx="3395199" cy="3217326"/>
            </a:xfrm>
            <a:prstGeom prst="rect">
              <a:avLst/>
            </a:prstGeom>
            <a:noFill/>
            <a:ln>
              <a:noFill/>
            </a:ln>
            <a:effectLst>
              <a:outerShdw blurRad="271463" dist="114300" dir="21540000" algn="bl" rotWithShape="0">
                <a:schemeClr val="lt1">
                  <a:alpha val="90000"/>
                </a:schemeClr>
              </a:outerShdw>
            </a:effectLst>
          </p:spPr>
        </p:pic>
        <p:grpSp>
          <p:nvGrpSpPr>
            <p:cNvPr id="1079" name="Google Shape;1079;p32"/>
            <p:cNvGrpSpPr/>
            <p:nvPr/>
          </p:nvGrpSpPr>
          <p:grpSpPr>
            <a:xfrm>
              <a:off x="1873458" y="3693401"/>
              <a:ext cx="848565" cy="408774"/>
              <a:chOff x="1873458" y="3693401"/>
              <a:chExt cx="848565" cy="408774"/>
            </a:xfrm>
          </p:grpSpPr>
          <p:pic>
            <p:nvPicPr>
              <p:cNvPr id="1080" name="Google Shape;1080;p32"/>
              <p:cNvPicPr preferRelativeResize="0"/>
              <p:nvPr/>
            </p:nvPicPr>
            <p:blipFill rotWithShape="1">
              <a:blip r:embed="rId4">
                <a:alphaModFix amt="80000"/>
              </a:blip>
              <a:srcRect t="19048" r="17641"/>
              <a:stretch/>
            </p:blipFill>
            <p:spPr>
              <a:xfrm rot="10800000">
                <a:off x="2552699" y="3795698"/>
                <a:ext cx="169324" cy="15612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081" name="Google Shape;1081;p32"/>
              <p:cNvPicPr preferRelativeResize="0"/>
              <p:nvPr/>
            </p:nvPicPr>
            <p:blipFill rotWithShape="1">
              <a:blip r:embed="rId4">
                <a:alphaModFix amt="80000"/>
              </a:blip>
              <a:srcRect t="19048" r="17641"/>
              <a:stretch/>
            </p:blipFill>
            <p:spPr>
              <a:xfrm rot="10800000">
                <a:off x="2165250" y="3777174"/>
                <a:ext cx="120750" cy="11132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082" name="Google Shape;1082;p32"/>
              <p:cNvPicPr preferRelativeResize="0"/>
              <p:nvPr/>
            </p:nvPicPr>
            <p:blipFill rotWithShape="1">
              <a:blip r:embed="rId4">
                <a:alphaModFix amt="80000"/>
              </a:blip>
              <a:srcRect t="19048" r="17641"/>
              <a:stretch/>
            </p:blipFill>
            <p:spPr>
              <a:xfrm rot="10800000">
                <a:off x="2306998" y="3952399"/>
                <a:ext cx="162452" cy="14977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083" name="Google Shape;1083;p32"/>
              <p:cNvPicPr preferRelativeResize="0"/>
              <p:nvPr/>
            </p:nvPicPr>
            <p:blipFill rotWithShape="1">
              <a:blip r:embed="rId4">
                <a:alphaModFix amt="80000"/>
              </a:blip>
              <a:srcRect t="19048" r="17641"/>
              <a:stretch/>
            </p:blipFill>
            <p:spPr>
              <a:xfrm rot="10800000">
                <a:off x="1873458" y="3693401"/>
                <a:ext cx="164726" cy="15187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</p:grpSp>
      </p:grpSp>
      <p:sp>
        <p:nvSpPr>
          <p:cNvPr id="1084" name="Google Shape;1084;p32"/>
          <p:cNvSpPr/>
          <p:nvPr/>
        </p:nvSpPr>
        <p:spPr>
          <a:xfrm>
            <a:off x="9954645" y="852011"/>
            <a:ext cx="1825600" cy="5584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1"/>
              </a:gs>
              <a:gs pos="100000">
                <a:schemeClr val="dk2"/>
              </a:gs>
            </a:gsLst>
            <a:lin ang="5400700" scaled="0"/>
          </a:gra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/>
            <a:r>
              <a:rPr lang="en" sz="1867" dirty="0">
                <a:solidFill>
                  <a:schemeClr val="accent1"/>
                </a:solidFill>
                <a:latin typeface="Secular One"/>
                <a:ea typeface="Secular One"/>
                <a:cs typeface="Secular One"/>
                <a:sym typeface="Secular One"/>
              </a:rPr>
              <a:t>Group – </a:t>
            </a:r>
            <a:r>
              <a:rPr lang="en-IN" sz="1867" dirty="0">
                <a:solidFill>
                  <a:schemeClr val="accent1"/>
                </a:solidFill>
                <a:latin typeface="Secular One"/>
                <a:ea typeface="Secular One"/>
                <a:cs typeface="Secular One"/>
                <a:sym typeface="Secular One"/>
              </a:rPr>
              <a:t>👻</a:t>
            </a:r>
            <a:endParaRPr sz="1867" dirty="0">
              <a:solidFill>
                <a:schemeClr val="accent1"/>
              </a:solidFill>
              <a:latin typeface="Secular One"/>
              <a:ea typeface="Secular One"/>
              <a:cs typeface="Secular One"/>
              <a:sym typeface="Secular One"/>
            </a:endParaRPr>
          </a:p>
        </p:txBody>
      </p:sp>
      <p:pic>
        <p:nvPicPr>
          <p:cNvPr id="1085" name="Google Shape;108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2600" y="1672400"/>
            <a:ext cx="1410464" cy="1283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6" name="Google Shape;1086;p32"/>
          <p:cNvPicPr preferRelativeResize="0"/>
          <p:nvPr/>
        </p:nvPicPr>
        <p:blipFill rotWithShape="1">
          <a:blip r:embed="rId6">
            <a:alphaModFix/>
          </a:blip>
          <a:srcRect l="28959" t="12546" r="12546" b="12546"/>
          <a:stretch/>
        </p:blipFill>
        <p:spPr>
          <a:xfrm rot="10800000">
            <a:off x="6727036" y="4439333"/>
            <a:ext cx="1139931" cy="9358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7" name="Google Shape;1087;p32"/>
          <p:cNvGrpSpPr/>
          <p:nvPr/>
        </p:nvGrpSpPr>
        <p:grpSpPr>
          <a:xfrm>
            <a:off x="10743714" y="1669636"/>
            <a:ext cx="994637" cy="688491"/>
            <a:chOff x="923424" y="1580182"/>
            <a:chExt cx="1171264" cy="810752"/>
          </a:xfrm>
        </p:grpSpPr>
        <p:sp>
          <p:nvSpPr>
            <p:cNvPr id="1088" name="Google Shape;1088;p32"/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89" name="Google Shape;1089;p32"/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90" name="Google Shape;1090;p32"/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091" name="Google Shape;1091;p32"/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092" name="Google Shape;1092;p32"/>
          <p:cNvSpPr/>
          <p:nvPr/>
        </p:nvSpPr>
        <p:spPr>
          <a:xfrm rot="1771310">
            <a:off x="337834" y="300917"/>
            <a:ext cx="466583" cy="466416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A4ABD7">
              <a:alpha val="34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>
          <a:extLst>
            <a:ext uri="{FF2B5EF4-FFF2-40B4-BE49-F238E27FC236}">
              <a16:creationId xmlns:a16="http://schemas.microsoft.com/office/drawing/2014/main" id="{F02D667A-F2B3-B037-045A-DAEF03AFE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12DAE4E9-1AD0-137F-FA9D-AB65C2A4773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13557255">
            <a:off x="-213669" y="-871757"/>
            <a:ext cx="3897328" cy="3897328"/>
          </a:xfrm>
          <a:prstGeom prst="rect">
            <a:avLst/>
          </a:prstGeom>
        </p:spPr>
      </p:pic>
      <p:sp>
        <p:nvSpPr>
          <p:cNvPr id="1379" name="Google Shape;1379;p38">
            <a:extLst>
              <a:ext uri="{FF2B5EF4-FFF2-40B4-BE49-F238E27FC236}">
                <a16:creationId xmlns:a16="http://schemas.microsoft.com/office/drawing/2014/main" id="{86200104-4A2B-C4D6-40B0-9AF7FDA32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79539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Generative AI in Software Development</a:t>
            </a:r>
            <a:endParaRPr lang="en-US" sz="3600" dirty="0"/>
          </a:p>
        </p:txBody>
      </p:sp>
      <p:sp>
        <p:nvSpPr>
          <p:cNvPr id="1380" name="Google Shape;1380;p38">
            <a:extLst>
              <a:ext uri="{FF2B5EF4-FFF2-40B4-BE49-F238E27FC236}">
                <a16:creationId xmlns:a16="http://schemas.microsoft.com/office/drawing/2014/main" id="{672E48C8-1590-EAAD-BA73-FFFF475BA62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469805" y="2346325"/>
            <a:ext cx="4952561" cy="265544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lnSpc>
                <a:spcPct val="117000"/>
              </a:lnSpc>
              <a:spcAft>
                <a:spcPts val="1200"/>
              </a:spcAft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Developer 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→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 Prompt → LLM → Generated Output → Developer Review</a:t>
            </a:r>
          </a:p>
          <a:p>
            <a:pPr marL="0" indent="0" algn="l">
              <a:lnSpc>
                <a:spcPct val="117000"/>
              </a:lnSpc>
              <a:spcAft>
                <a:spcPts val="1200"/>
              </a:spcAft>
            </a:pP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Generative AI 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acts as an 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assistant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, not a replacement for the 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developer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.</a:t>
            </a:r>
            <a:endParaRPr lang="en-US" sz="1600" dirty="0">
              <a:latin typeface="Barlow" panose="00000500000000000000" pitchFamily="2" charset="0"/>
            </a:endParaRPr>
          </a:p>
        </p:txBody>
      </p:sp>
      <p:sp>
        <p:nvSpPr>
          <p:cNvPr id="1381" name="Google Shape;1381;p38">
            <a:extLst>
              <a:ext uri="{FF2B5EF4-FFF2-40B4-BE49-F238E27FC236}">
                <a16:creationId xmlns:a16="http://schemas.microsoft.com/office/drawing/2014/main" id="{E236FFDE-948A-FE98-A6C4-02B10EAE1F4C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869331" y="2346325"/>
            <a:ext cx="3999211" cy="231711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lnSpc>
                <a:spcPct val="117000"/>
              </a:lnSpc>
              <a:spcAft>
                <a:spcPts val="1200"/>
              </a:spcAft>
            </a:pP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Generative AI 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uses models such as Large Language Models (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LLM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s) to generate new content based on learned patterns.</a:t>
            </a:r>
            <a:endParaRPr lang="en-US" sz="1600" dirty="0">
              <a:latin typeface="Barlow" panose="00000500000000000000" pitchFamily="2" charset="0"/>
            </a:endParaRPr>
          </a:p>
          <a:p>
            <a:pPr marL="0" indent="0">
              <a:lnSpc>
                <a:spcPct val="117000"/>
              </a:lnSpc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In software development, it can generate and understand:</a:t>
            </a:r>
          </a:p>
          <a:p>
            <a:pPr marL="0" indent="0">
              <a:lnSpc>
                <a:spcPct val="117000"/>
              </a:lnSpc>
            </a:pPr>
            <a:endParaRPr lang="en-US" sz="1600" dirty="0">
              <a:solidFill>
                <a:srgbClr val="404155"/>
              </a:solidFill>
              <a:latin typeface="Barlow" panose="00000500000000000000" pitchFamily="2" charset="0"/>
            </a:endParaRPr>
          </a:p>
        </p:txBody>
      </p:sp>
      <p:sp>
        <p:nvSpPr>
          <p:cNvPr id="1382" name="Google Shape;1382;p38">
            <a:extLst>
              <a:ext uri="{FF2B5EF4-FFF2-40B4-BE49-F238E27FC236}">
                <a16:creationId xmlns:a16="http://schemas.microsoft.com/office/drawing/2014/main" id="{BC77A5AF-2696-2843-A3FC-A0559EA6623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469798" y="1822452"/>
            <a:ext cx="6794057" cy="71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l"/>
            <a:r>
              <a:rPr lang="en-IN" sz="2600" b="1" dirty="0"/>
              <a:t>Basic Workflow</a:t>
            </a:r>
          </a:p>
        </p:txBody>
      </p:sp>
      <p:sp>
        <p:nvSpPr>
          <p:cNvPr id="1383" name="Google Shape;1383;p38">
            <a:extLst>
              <a:ext uri="{FF2B5EF4-FFF2-40B4-BE49-F238E27FC236}">
                <a16:creationId xmlns:a16="http://schemas.microsoft.com/office/drawing/2014/main" id="{44005E2F-4152-D4C6-5AA3-05CE1247C1F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869331" y="1822435"/>
            <a:ext cx="3498197" cy="71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2600" dirty="0"/>
              <a:t>Definition</a:t>
            </a:r>
            <a:endParaRPr sz="2600" dirty="0"/>
          </a:p>
        </p:txBody>
      </p:sp>
      <p:grpSp>
        <p:nvGrpSpPr>
          <p:cNvPr id="1384" name="Google Shape;1384;p38">
            <a:extLst>
              <a:ext uri="{FF2B5EF4-FFF2-40B4-BE49-F238E27FC236}">
                <a16:creationId xmlns:a16="http://schemas.microsoft.com/office/drawing/2014/main" id="{69449DA4-0C38-DBB1-CA49-83B5D4F37BA6}"/>
              </a:ext>
            </a:extLst>
          </p:cNvPr>
          <p:cNvGrpSpPr/>
          <p:nvPr/>
        </p:nvGrpSpPr>
        <p:grpSpPr>
          <a:xfrm>
            <a:off x="374792" y="5932859"/>
            <a:ext cx="1615483" cy="584068"/>
            <a:chOff x="175552" y="1101686"/>
            <a:chExt cx="520944" cy="188336"/>
          </a:xfrm>
        </p:grpSpPr>
        <p:sp>
          <p:nvSpPr>
            <p:cNvPr id="1385" name="Google Shape;1385;p38">
              <a:extLst>
                <a:ext uri="{FF2B5EF4-FFF2-40B4-BE49-F238E27FC236}">
                  <a16:creationId xmlns:a16="http://schemas.microsoft.com/office/drawing/2014/main" id="{21134BBE-B7E0-1A55-B0BF-72A25EFFB4C1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6" name="Google Shape;1386;p38">
              <a:extLst>
                <a:ext uri="{FF2B5EF4-FFF2-40B4-BE49-F238E27FC236}">
                  <a16:creationId xmlns:a16="http://schemas.microsoft.com/office/drawing/2014/main" id="{88173BF0-4F3D-1397-E707-ED32CC2E97F2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7" name="Google Shape;1387;p38">
              <a:extLst>
                <a:ext uri="{FF2B5EF4-FFF2-40B4-BE49-F238E27FC236}">
                  <a16:creationId xmlns:a16="http://schemas.microsoft.com/office/drawing/2014/main" id="{F00FF8C0-7DDC-5930-62AA-E3BBA167B766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8" name="Google Shape;1388;p38">
              <a:extLst>
                <a:ext uri="{FF2B5EF4-FFF2-40B4-BE49-F238E27FC236}">
                  <a16:creationId xmlns:a16="http://schemas.microsoft.com/office/drawing/2014/main" id="{7B3A1CF8-E578-D6FD-EA69-A6F7C6994D28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9" name="Google Shape;1389;p38">
              <a:extLst>
                <a:ext uri="{FF2B5EF4-FFF2-40B4-BE49-F238E27FC236}">
                  <a16:creationId xmlns:a16="http://schemas.microsoft.com/office/drawing/2014/main" id="{211B9018-FC88-1566-4365-9312181A4D81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0" name="Google Shape;1390;p38">
              <a:extLst>
                <a:ext uri="{FF2B5EF4-FFF2-40B4-BE49-F238E27FC236}">
                  <a16:creationId xmlns:a16="http://schemas.microsoft.com/office/drawing/2014/main" id="{E3106FB8-6251-C674-A98C-8A79B416864D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1" name="Google Shape;1391;p38">
              <a:extLst>
                <a:ext uri="{FF2B5EF4-FFF2-40B4-BE49-F238E27FC236}">
                  <a16:creationId xmlns:a16="http://schemas.microsoft.com/office/drawing/2014/main" id="{BD140892-4E09-28A8-AA5A-4EDB34C98659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2" name="Google Shape;1392;p38">
              <a:extLst>
                <a:ext uri="{FF2B5EF4-FFF2-40B4-BE49-F238E27FC236}">
                  <a16:creationId xmlns:a16="http://schemas.microsoft.com/office/drawing/2014/main" id="{00251FBE-FAEA-97F5-126C-2D1185C512DD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3" name="Google Shape;1393;p38">
              <a:extLst>
                <a:ext uri="{FF2B5EF4-FFF2-40B4-BE49-F238E27FC236}">
                  <a16:creationId xmlns:a16="http://schemas.microsoft.com/office/drawing/2014/main" id="{83E08D93-DAC3-996B-9F05-C5531C0BEC86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 dirty="0"/>
            </a:p>
          </p:txBody>
        </p:sp>
        <p:sp>
          <p:nvSpPr>
            <p:cNvPr id="1394" name="Google Shape;1394;p38">
              <a:extLst>
                <a:ext uri="{FF2B5EF4-FFF2-40B4-BE49-F238E27FC236}">
                  <a16:creationId xmlns:a16="http://schemas.microsoft.com/office/drawing/2014/main" id="{396611C4-F6EB-9B03-E8D8-DB0FFECD3087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5" name="Google Shape;1395;p38">
              <a:extLst>
                <a:ext uri="{FF2B5EF4-FFF2-40B4-BE49-F238E27FC236}">
                  <a16:creationId xmlns:a16="http://schemas.microsoft.com/office/drawing/2014/main" id="{535015FF-2325-C0F4-F9D1-7A2AF9CFDF5A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6" name="Google Shape;1396;p38">
              <a:extLst>
                <a:ext uri="{FF2B5EF4-FFF2-40B4-BE49-F238E27FC236}">
                  <a16:creationId xmlns:a16="http://schemas.microsoft.com/office/drawing/2014/main" id="{54050FD5-8272-376D-8956-E3604E6BBF8D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7" name="Google Shape;1397;p38">
              <a:extLst>
                <a:ext uri="{FF2B5EF4-FFF2-40B4-BE49-F238E27FC236}">
                  <a16:creationId xmlns:a16="http://schemas.microsoft.com/office/drawing/2014/main" id="{F8A69248-2B8C-23EA-F6D9-7FFE4EA3B0B3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8" name="Google Shape;1398;p38">
              <a:extLst>
                <a:ext uri="{FF2B5EF4-FFF2-40B4-BE49-F238E27FC236}">
                  <a16:creationId xmlns:a16="http://schemas.microsoft.com/office/drawing/2014/main" id="{02BCAC9D-C6CD-A86B-9E1A-A1B8BFF652AD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9" name="Google Shape;1399;p38">
              <a:extLst>
                <a:ext uri="{FF2B5EF4-FFF2-40B4-BE49-F238E27FC236}">
                  <a16:creationId xmlns:a16="http://schemas.microsoft.com/office/drawing/2014/main" id="{528C14FE-58A9-74C5-9153-78FD0BFB2219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0" name="Google Shape;1400;p38">
              <a:extLst>
                <a:ext uri="{FF2B5EF4-FFF2-40B4-BE49-F238E27FC236}">
                  <a16:creationId xmlns:a16="http://schemas.microsoft.com/office/drawing/2014/main" id="{5B643F27-3DD7-C904-B4A6-9394BBBD4325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1" name="Google Shape;1401;p38">
              <a:extLst>
                <a:ext uri="{FF2B5EF4-FFF2-40B4-BE49-F238E27FC236}">
                  <a16:creationId xmlns:a16="http://schemas.microsoft.com/office/drawing/2014/main" id="{2C195F93-87CD-C949-2CC6-68707C61D05C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2" name="Google Shape;1402;p38">
              <a:extLst>
                <a:ext uri="{FF2B5EF4-FFF2-40B4-BE49-F238E27FC236}">
                  <a16:creationId xmlns:a16="http://schemas.microsoft.com/office/drawing/2014/main" id="{1D13E776-15EC-C123-7176-271A756F9510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3" name="Google Shape;1403;p38">
              <a:extLst>
                <a:ext uri="{FF2B5EF4-FFF2-40B4-BE49-F238E27FC236}">
                  <a16:creationId xmlns:a16="http://schemas.microsoft.com/office/drawing/2014/main" id="{8297E1B8-9DF9-CEDB-7C21-89269B494992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4" name="Google Shape;1404;p38">
              <a:extLst>
                <a:ext uri="{FF2B5EF4-FFF2-40B4-BE49-F238E27FC236}">
                  <a16:creationId xmlns:a16="http://schemas.microsoft.com/office/drawing/2014/main" id="{B870BB2D-EFCA-A542-6DDE-92246B8CDF6D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5" name="Google Shape;1405;p38">
              <a:extLst>
                <a:ext uri="{FF2B5EF4-FFF2-40B4-BE49-F238E27FC236}">
                  <a16:creationId xmlns:a16="http://schemas.microsoft.com/office/drawing/2014/main" id="{6B684897-FDE3-D036-0725-D0BED37CB03A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6" name="Google Shape;1406;p38">
              <a:extLst>
                <a:ext uri="{FF2B5EF4-FFF2-40B4-BE49-F238E27FC236}">
                  <a16:creationId xmlns:a16="http://schemas.microsoft.com/office/drawing/2014/main" id="{A1374439-D616-034B-DF66-1E53EFAD6F1A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7" name="Google Shape;1407;p38">
              <a:extLst>
                <a:ext uri="{FF2B5EF4-FFF2-40B4-BE49-F238E27FC236}">
                  <a16:creationId xmlns:a16="http://schemas.microsoft.com/office/drawing/2014/main" id="{D7ED6602-307E-9A46-0417-3160562448EA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8" name="Google Shape;1408;p38">
              <a:extLst>
                <a:ext uri="{FF2B5EF4-FFF2-40B4-BE49-F238E27FC236}">
                  <a16:creationId xmlns:a16="http://schemas.microsoft.com/office/drawing/2014/main" id="{B8CC1177-A38E-2303-0ECE-EE22F49AC398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409" name="Google Shape;1409;p38">
            <a:extLst>
              <a:ext uri="{FF2B5EF4-FFF2-40B4-BE49-F238E27FC236}">
                <a16:creationId xmlns:a16="http://schemas.microsoft.com/office/drawing/2014/main" id="{7F2E1790-21BD-5B82-998E-2F23A7B4D94B}"/>
              </a:ext>
            </a:extLst>
          </p:cNvPr>
          <p:cNvSpPr/>
          <p:nvPr/>
        </p:nvSpPr>
        <p:spPr>
          <a:xfrm rot="1771310">
            <a:off x="4197634" y="5863017"/>
            <a:ext cx="466583" cy="466416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FFFFFF">
              <a:alpha val="452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1410" name="Google Shape;1410;p38">
            <a:extLst>
              <a:ext uri="{FF2B5EF4-FFF2-40B4-BE49-F238E27FC236}">
                <a16:creationId xmlns:a16="http://schemas.microsoft.com/office/drawing/2014/main" id="{E36AAAF2-3E87-6BD0-BCB3-1116BF36D92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28959" t="12546" r="12546" b="12546"/>
          <a:stretch/>
        </p:blipFill>
        <p:spPr>
          <a:xfrm rot="10800000">
            <a:off x="11232000" y="3758760"/>
            <a:ext cx="968868" cy="795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1" name="Google Shape;1411;p38">
            <a:extLst>
              <a:ext uri="{FF2B5EF4-FFF2-40B4-BE49-F238E27FC236}">
                <a16:creationId xmlns:a16="http://schemas.microsoft.com/office/drawing/2014/main" id="{E5C557B8-00A6-22F9-F6AB-48699CC5FE5C}"/>
              </a:ext>
            </a:extLst>
          </p:cNvPr>
          <p:cNvGrpSpPr/>
          <p:nvPr/>
        </p:nvGrpSpPr>
        <p:grpSpPr>
          <a:xfrm>
            <a:off x="10027877" y="507632"/>
            <a:ext cx="1615483" cy="584068"/>
            <a:chOff x="175552" y="1101686"/>
            <a:chExt cx="520944" cy="188336"/>
          </a:xfrm>
        </p:grpSpPr>
        <p:sp>
          <p:nvSpPr>
            <p:cNvPr id="1412" name="Google Shape;1412;p38">
              <a:extLst>
                <a:ext uri="{FF2B5EF4-FFF2-40B4-BE49-F238E27FC236}">
                  <a16:creationId xmlns:a16="http://schemas.microsoft.com/office/drawing/2014/main" id="{1700DE7F-A6B3-4E12-9188-7369400B9F72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3" name="Google Shape;1413;p38">
              <a:extLst>
                <a:ext uri="{FF2B5EF4-FFF2-40B4-BE49-F238E27FC236}">
                  <a16:creationId xmlns:a16="http://schemas.microsoft.com/office/drawing/2014/main" id="{D198B506-0FAE-D370-6FDD-2CFC1E4395DA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4" name="Google Shape;1414;p38">
              <a:extLst>
                <a:ext uri="{FF2B5EF4-FFF2-40B4-BE49-F238E27FC236}">
                  <a16:creationId xmlns:a16="http://schemas.microsoft.com/office/drawing/2014/main" id="{19F0627E-8F7A-875F-1DC4-C14389B59C06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5" name="Google Shape;1415;p38">
              <a:extLst>
                <a:ext uri="{FF2B5EF4-FFF2-40B4-BE49-F238E27FC236}">
                  <a16:creationId xmlns:a16="http://schemas.microsoft.com/office/drawing/2014/main" id="{6106343A-2651-178F-8CC5-BB4381077659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6" name="Google Shape;1416;p38">
              <a:extLst>
                <a:ext uri="{FF2B5EF4-FFF2-40B4-BE49-F238E27FC236}">
                  <a16:creationId xmlns:a16="http://schemas.microsoft.com/office/drawing/2014/main" id="{57AF479A-00AF-E4FB-37D3-AAB45422D55A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7" name="Google Shape;1417;p38">
              <a:extLst>
                <a:ext uri="{FF2B5EF4-FFF2-40B4-BE49-F238E27FC236}">
                  <a16:creationId xmlns:a16="http://schemas.microsoft.com/office/drawing/2014/main" id="{D9DBE962-205A-F187-C542-D3B5E633260E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8" name="Google Shape;1418;p38">
              <a:extLst>
                <a:ext uri="{FF2B5EF4-FFF2-40B4-BE49-F238E27FC236}">
                  <a16:creationId xmlns:a16="http://schemas.microsoft.com/office/drawing/2014/main" id="{2AC703CC-6E08-3AA1-8703-DFE669A2B2FA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9" name="Google Shape;1419;p38">
              <a:extLst>
                <a:ext uri="{FF2B5EF4-FFF2-40B4-BE49-F238E27FC236}">
                  <a16:creationId xmlns:a16="http://schemas.microsoft.com/office/drawing/2014/main" id="{B5AA5AFB-6822-FDD2-CDA1-80BBFB338830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0" name="Google Shape;1420;p38">
              <a:extLst>
                <a:ext uri="{FF2B5EF4-FFF2-40B4-BE49-F238E27FC236}">
                  <a16:creationId xmlns:a16="http://schemas.microsoft.com/office/drawing/2014/main" id="{4ED4BA47-0917-F09A-F8B7-A9F9E35EEA01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1" name="Google Shape;1421;p38">
              <a:extLst>
                <a:ext uri="{FF2B5EF4-FFF2-40B4-BE49-F238E27FC236}">
                  <a16:creationId xmlns:a16="http://schemas.microsoft.com/office/drawing/2014/main" id="{CBFD4E80-7F35-2581-ED12-EA43ACE6085D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2" name="Google Shape;1422;p38">
              <a:extLst>
                <a:ext uri="{FF2B5EF4-FFF2-40B4-BE49-F238E27FC236}">
                  <a16:creationId xmlns:a16="http://schemas.microsoft.com/office/drawing/2014/main" id="{FA2535AE-265A-5592-5F76-22712CBF3CA1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3" name="Google Shape;1423;p38">
              <a:extLst>
                <a:ext uri="{FF2B5EF4-FFF2-40B4-BE49-F238E27FC236}">
                  <a16:creationId xmlns:a16="http://schemas.microsoft.com/office/drawing/2014/main" id="{761B1105-4F80-6AC0-0619-052F57BB1C2E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4" name="Google Shape;1424;p38">
              <a:extLst>
                <a:ext uri="{FF2B5EF4-FFF2-40B4-BE49-F238E27FC236}">
                  <a16:creationId xmlns:a16="http://schemas.microsoft.com/office/drawing/2014/main" id="{EAC6EF19-2BD4-CD28-2642-412DBAD5E057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5" name="Google Shape;1425;p38">
              <a:extLst>
                <a:ext uri="{FF2B5EF4-FFF2-40B4-BE49-F238E27FC236}">
                  <a16:creationId xmlns:a16="http://schemas.microsoft.com/office/drawing/2014/main" id="{2C0C32C9-3CFE-9A7C-AB22-5398394ED7F6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6" name="Google Shape;1426;p38">
              <a:extLst>
                <a:ext uri="{FF2B5EF4-FFF2-40B4-BE49-F238E27FC236}">
                  <a16:creationId xmlns:a16="http://schemas.microsoft.com/office/drawing/2014/main" id="{8253E53C-B638-2244-0B8A-7FFD2B8A5529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7" name="Google Shape;1427;p38">
              <a:extLst>
                <a:ext uri="{FF2B5EF4-FFF2-40B4-BE49-F238E27FC236}">
                  <a16:creationId xmlns:a16="http://schemas.microsoft.com/office/drawing/2014/main" id="{68D5AC6E-569C-7E33-770D-7FDB010E1E3D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8" name="Google Shape;1428;p38">
              <a:extLst>
                <a:ext uri="{FF2B5EF4-FFF2-40B4-BE49-F238E27FC236}">
                  <a16:creationId xmlns:a16="http://schemas.microsoft.com/office/drawing/2014/main" id="{6BE253DD-5BC1-1ABB-537B-E3A67DA00014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9" name="Google Shape;1429;p38">
              <a:extLst>
                <a:ext uri="{FF2B5EF4-FFF2-40B4-BE49-F238E27FC236}">
                  <a16:creationId xmlns:a16="http://schemas.microsoft.com/office/drawing/2014/main" id="{616132FA-BECC-C4E4-8DF9-87C59AF3F726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0" name="Google Shape;1430;p38">
              <a:extLst>
                <a:ext uri="{FF2B5EF4-FFF2-40B4-BE49-F238E27FC236}">
                  <a16:creationId xmlns:a16="http://schemas.microsoft.com/office/drawing/2014/main" id="{EBF273C2-BF24-6F5B-AE2D-AB1C463DC642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1" name="Google Shape;1431;p38">
              <a:extLst>
                <a:ext uri="{FF2B5EF4-FFF2-40B4-BE49-F238E27FC236}">
                  <a16:creationId xmlns:a16="http://schemas.microsoft.com/office/drawing/2014/main" id="{BD67CB45-CF40-EBAE-AB58-19D3394CA106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2" name="Google Shape;1432;p38">
              <a:extLst>
                <a:ext uri="{FF2B5EF4-FFF2-40B4-BE49-F238E27FC236}">
                  <a16:creationId xmlns:a16="http://schemas.microsoft.com/office/drawing/2014/main" id="{8633C026-D65B-7179-E27F-0223BD383074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3" name="Google Shape;1433;p38">
              <a:extLst>
                <a:ext uri="{FF2B5EF4-FFF2-40B4-BE49-F238E27FC236}">
                  <a16:creationId xmlns:a16="http://schemas.microsoft.com/office/drawing/2014/main" id="{04476796-1162-EC91-52C7-16355F9B9772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4" name="Google Shape;1434;p38">
              <a:extLst>
                <a:ext uri="{FF2B5EF4-FFF2-40B4-BE49-F238E27FC236}">
                  <a16:creationId xmlns:a16="http://schemas.microsoft.com/office/drawing/2014/main" id="{BDBB74F1-5C9F-794B-03E6-A73F6EE12BEE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5" name="Google Shape;1435;p38">
              <a:extLst>
                <a:ext uri="{FF2B5EF4-FFF2-40B4-BE49-F238E27FC236}">
                  <a16:creationId xmlns:a16="http://schemas.microsoft.com/office/drawing/2014/main" id="{7E5CD7E7-17A9-32C7-4A67-3B14B44670BF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CD12C92-2744-814C-66D7-9146B7FFD5DB}"/>
              </a:ext>
            </a:extLst>
          </p:cNvPr>
          <p:cNvGrpSpPr/>
          <p:nvPr/>
        </p:nvGrpSpPr>
        <p:grpSpPr>
          <a:xfrm>
            <a:off x="5781471" y="1960437"/>
            <a:ext cx="661795" cy="573215"/>
            <a:chOff x="961197" y="3966583"/>
            <a:chExt cx="881600" cy="763600"/>
          </a:xfrm>
        </p:grpSpPr>
        <p:sp>
          <p:nvSpPr>
            <p:cNvPr id="1378" name="Google Shape;1378;p38">
              <a:extLst>
                <a:ext uri="{FF2B5EF4-FFF2-40B4-BE49-F238E27FC236}">
                  <a16:creationId xmlns:a16="http://schemas.microsoft.com/office/drawing/2014/main" id="{C3FB51AB-0314-AE33-2617-510F7697D534}"/>
                </a:ext>
              </a:extLst>
            </p:cNvPr>
            <p:cNvSpPr/>
            <p:nvPr/>
          </p:nvSpPr>
          <p:spPr>
            <a:xfrm>
              <a:off x="961197" y="3966583"/>
              <a:ext cx="881600" cy="7636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grpSp>
          <p:nvGrpSpPr>
            <p:cNvPr id="1436" name="Google Shape;1436;p38">
              <a:extLst>
                <a:ext uri="{FF2B5EF4-FFF2-40B4-BE49-F238E27FC236}">
                  <a16:creationId xmlns:a16="http://schemas.microsoft.com/office/drawing/2014/main" id="{EF9453F2-6F03-7680-D39E-D4350EAE30E7}"/>
                </a:ext>
              </a:extLst>
            </p:cNvPr>
            <p:cNvGrpSpPr/>
            <p:nvPr/>
          </p:nvGrpSpPr>
          <p:grpSpPr>
            <a:xfrm>
              <a:off x="1169297" y="4115666"/>
              <a:ext cx="465400" cy="465433"/>
              <a:chOff x="7146300" y="3247475"/>
              <a:chExt cx="349050" cy="349075"/>
            </a:xfrm>
          </p:grpSpPr>
          <p:sp>
            <p:nvSpPr>
              <p:cNvPr id="1437" name="Google Shape;1437;p38">
                <a:extLst>
                  <a:ext uri="{FF2B5EF4-FFF2-40B4-BE49-F238E27FC236}">
                    <a16:creationId xmlns:a16="http://schemas.microsoft.com/office/drawing/2014/main" id="{81E31153-6E3F-C0B8-9A7C-9D17B6C21146}"/>
                  </a:ext>
                </a:extLst>
              </p:cNvPr>
              <p:cNvSpPr/>
              <p:nvPr/>
            </p:nvSpPr>
            <p:spPr>
              <a:xfrm>
                <a:off x="7308500" y="3417450"/>
                <a:ext cx="246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987" extrusionOk="0">
                    <a:moveTo>
                      <a:pt x="493" y="1"/>
                    </a:moveTo>
                    <a:cubicBezTo>
                      <a:pt x="222" y="1"/>
                      <a:pt x="0" y="221"/>
                      <a:pt x="0" y="494"/>
                    </a:cubicBezTo>
                    <a:cubicBezTo>
                      <a:pt x="0" y="765"/>
                      <a:pt x="222" y="986"/>
                      <a:pt x="493" y="986"/>
                    </a:cubicBezTo>
                    <a:cubicBezTo>
                      <a:pt x="766" y="986"/>
                      <a:pt x="986" y="765"/>
                      <a:pt x="986" y="494"/>
                    </a:cubicBezTo>
                    <a:cubicBezTo>
                      <a:pt x="986" y="222"/>
                      <a:pt x="766" y="1"/>
                      <a:pt x="4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38" name="Google Shape;1438;p38">
                <a:extLst>
                  <a:ext uri="{FF2B5EF4-FFF2-40B4-BE49-F238E27FC236}">
                    <a16:creationId xmlns:a16="http://schemas.microsoft.com/office/drawing/2014/main" id="{B8FB2717-CE17-D9A3-9613-F1EEA90EB838}"/>
                  </a:ext>
                </a:extLst>
              </p:cNvPr>
              <p:cNvSpPr/>
              <p:nvPr/>
            </p:nvSpPr>
            <p:spPr>
              <a:xfrm>
                <a:off x="7259150" y="3363400"/>
                <a:ext cx="123400" cy="132750"/>
              </a:xfrm>
              <a:custGeom>
                <a:avLst/>
                <a:gdLst/>
                <a:ahLst/>
                <a:cxnLst/>
                <a:rect l="l" t="t" r="r" b="b"/>
                <a:pathLst>
                  <a:path w="4936" h="5310" extrusionOk="0">
                    <a:moveTo>
                      <a:pt x="2467" y="1346"/>
                    </a:moveTo>
                    <a:cubicBezTo>
                      <a:pt x="3190" y="1346"/>
                      <a:pt x="3778" y="1933"/>
                      <a:pt x="3778" y="2656"/>
                    </a:cubicBezTo>
                    <a:cubicBezTo>
                      <a:pt x="3778" y="3378"/>
                      <a:pt x="3190" y="3965"/>
                      <a:pt x="2467" y="3965"/>
                    </a:cubicBezTo>
                    <a:cubicBezTo>
                      <a:pt x="1745" y="3965"/>
                      <a:pt x="1158" y="3378"/>
                      <a:pt x="1158" y="2656"/>
                    </a:cubicBezTo>
                    <a:cubicBezTo>
                      <a:pt x="1158" y="1933"/>
                      <a:pt x="1745" y="1346"/>
                      <a:pt x="2467" y="1346"/>
                    </a:cubicBezTo>
                    <a:close/>
                    <a:moveTo>
                      <a:pt x="2130" y="0"/>
                    </a:moveTo>
                    <a:lnTo>
                      <a:pt x="2004" y="533"/>
                    </a:lnTo>
                    <a:lnTo>
                      <a:pt x="1788" y="605"/>
                    </a:lnTo>
                    <a:cubicBezTo>
                      <a:pt x="1508" y="698"/>
                      <a:pt x="1254" y="845"/>
                      <a:pt x="1032" y="1042"/>
                    </a:cubicBezTo>
                    <a:lnTo>
                      <a:pt x="862" y="1194"/>
                    </a:lnTo>
                    <a:lnTo>
                      <a:pt x="338" y="1037"/>
                    </a:lnTo>
                    <a:lnTo>
                      <a:pt x="0" y="1621"/>
                    </a:lnTo>
                    <a:lnTo>
                      <a:pt x="399" y="1994"/>
                    </a:lnTo>
                    <a:lnTo>
                      <a:pt x="352" y="2219"/>
                    </a:lnTo>
                    <a:cubicBezTo>
                      <a:pt x="323" y="2361"/>
                      <a:pt x="308" y="2508"/>
                      <a:pt x="308" y="2656"/>
                    </a:cubicBezTo>
                    <a:cubicBezTo>
                      <a:pt x="308" y="2803"/>
                      <a:pt x="323" y="2950"/>
                      <a:pt x="352" y="3092"/>
                    </a:cubicBezTo>
                    <a:lnTo>
                      <a:pt x="399" y="3315"/>
                    </a:lnTo>
                    <a:lnTo>
                      <a:pt x="0" y="3691"/>
                    </a:lnTo>
                    <a:lnTo>
                      <a:pt x="338" y="4274"/>
                    </a:lnTo>
                    <a:lnTo>
                      <a:pt x="862" y="4117"/>
                    </a:lnTo>
                    <a:lnTo>
                      <a:pt x="1032" y="4269"/>
                    </a:lnTo>
                    <a:cubicBezTo>
                      <a:pt x="1254" y="4466"/>
                      <a:pt x="1508" y="4613"/>
                      <a:pt x="1788" y="4706"/>
                    </a:cubicBezTo>
                    <a:lnTo>
                      <a:pt x="2004" y="4777"/>
                    </a:lnTo>
                    <a:lnTo>
                      <a:pt x="2130" y="5309"/>
                    </a:lnTo>
                    <a:lnTo>
                      <a:pt x="2804" y="5309"/>
                    </a:lnTo>
                    <a:lnTo>
                      <a:pt x="2930" y="4777"/>
                    </a:lnTo>
                    <a:lnTo>
                      <a:pt x="3147" y="4706"/>
                    </a:lnTo>
                    <a:cubicBezTo>
                      <a:pt x="3428" y="4613"/>
                      <a:pt x="3681" y="4466"/>
                      <a:pt x="3902" y="4269"/>
                    </a:cubicBezTo>
                    <a:lnTo>
                      <a:pt x="4074" y="4117"/>
                    </a:lnTo>
                    <a:lnTo>
                      <a:pt x="4598" y="4274"/>
                    </a:lnTo>
                    <a:lnTo>
                      <a:pt x="4936" y="3691"/>
                    </a:lnTo>
                    <a:lnTo>
                      <a:pt x="4537" y="3315"/>
                    </a:lnTo>
                    <a:lnTo>
                      <a:pt x="4584" y="3092"/>
                    </a:lnTo>
                    <a:cubicBezTo>
                      <a:pt x="4612" y="2950"/>
                      <a:pt x="4627" y="2803"/>
                      <a:pt x="4627" y="2656"/>
                    </a:cubicBezTo>
                    <a:cubicBezTo>
                      <a:pt x="4627" y="2508"/>
                      <a:pt x="4613" y="2361"/>
                      <a:pt x="4584" y="2219"/>
                    </a:cubicBezTo>
                    <a:lnTo>
                      <a:pt x="4537" y="1994"/>
                    </a:lnTo>
                    <a:lnTo>
                      <a:pt x="4936" y="1621"/>
                    </a:lnTo>
                    <a:lnTo>
                      <a:pt x="4598" y="1035"/>
                    </a:lnTo>
                    <a:lnTo>
                      <a:pt x="4598" y="1037"/>
                    </a:lnTo>
                    <a:lnTo>
                      <a:pt x="4073" y="1194"/>
                    </a:lnTo>
                    <a:lnTo>
                      <a:pt x="3902" y="1042"/>
                    </a:lnTo>
                    <a:cubicBezTo>
                      <a:pt x="3681" y="845"/>
                      <a:pt x="3426" y="698"/>
                      <a:pt x="3147" y="605"/>
                    </a:cubicBezTo>
                    <a:lnTo>
                      <a:pt x="2930" y="533"/>
                    </a:lnTo>
                    <a:lnTo>
                      <a:pt x="28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39" name="Google Shape;1439;p38">
                <a:extLst>
                  <a:ext uri="{FF2B5EF4-FFF2-40B4-BE49-F238E27FC236}">
                    <a16:creationId xmlns:a16="http://schemas.microsoft.com/office/drawing/2014/main" id="{1B5758A7-A742-0131-B99F-BABB7B95D1D2}"/>
                  </a:ext>
                </a:extLst>
              </p:cNvPr>
              <p:cNvSpPr/>
              <p:nvPr/>
            </p:nvSpPr>
            <p:spPr>
              <a:xfrm>
                <a:off x="7331075" y="3247475"/>
                <a:ext cx="164275" cy="349075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13963" extrusionOk="0">
                    <a:moveTo>
                      <a:pt x="5290" y="1"/>
                    </a:moveTo>
                    <a:cubicBezTo>
                      <a:pt x="4582" y="1"/>
                      <a:pt x="4008" y="576"/>
                      <a:pt x="4008" y="1284"/>
                    </a:cubicBezTo>
                    <a:cubicBezTo>
                      <a:pt x="4008" y="1846"/>
                      <a:pt x="4374" y="2326"/>
                      <a:pt x="4879" y="2498"/>
                    </a:cubicBezTo>
                    <a:lnTo>
                      <a:pt x="4879" y="3361"/>
                    </a:lnTo>
                    <a:lnTo>
                      <a:pt x="4221" y="3361"/>
                    </a:lnTo>
                    <a:lnTo>
                      <a:pt x="0" y="1145"/>
                    </a:lnTo>
                    <a:lnTo>
                      <a:pt x="0" y="3819"/>
                    </a:lnTo>
                    <a:lnTo>
                      <a:pt x="576" y="3819"/>
                    </a:lnTo>
                    <a:lnTo>
                      <a:pt x="748" y="4548"/>
                    </a:lnTo>
                    <a:cubicBezTo>
                      <a:pt x="976" y="4644"/>
                      <a:pt x="1191" y="4768"/>
                      <a:pt x="1389" y="4918"/>
                    </a:cubicBezTo>
                    <a:lnTo>
                      <a:pt x="2107" y="4703"/>
                    </a:lnTo>
                    <a:lnTo>
                      <a:pt x="3090" y="6408"/>
                    </a:lnTo>
                    <a:lnTo>
                      <a:pt x="2545" y="6922"/>
                    </a:lnTo>
                    <a:cubicBezTo>
                      <a:pt x="2561" y="7045"/>
                      <a:pt x="2568" y="7169"/>
                      <a:pt x="2568" y="7293"/>
                    </a:cubicBezTo>
                    <a:cubicBezTo>
                      <a:pt x="2568" y="7417"/>
                      <a:pt x="2560" y="7541"/>
                      <a:pt x="2545" y="7663"/>
                    </a:cubicBezTo>
                    <a:lnTo>
                      <a:pt x="3090" y="8175"/>
                    </a:lnTo>
                    <a:lnTo>
                      <a:pt x="2107" y="9882"/>
                    </a:lnTo>
                    <a:lnTo>
                      <a:pt x="1389" y="9665"/>
                    </a:lnTo>
                    <a:cubicBezTo>
                      <a:pt x="1191" y="9817"/>
                      <a:pt x="976" y="9941"/>
                      <a:pt x="748" y="10037"/>
                    </a:cubicBezTo>
                    <a:lnTo>
                      <a:pt x="576" y="10765"/>
                    </a:lnTo>
                    <a:lnTo>
                      <a:pt x="0" y="10765"/>
                    </a:lnTo>
                    <a:lnTo>
                      <a:pt x="0" y="13432"/>
                    </a:lnTo>
                    <a:cubicBezTo>
                      <a:pt x="1222" y="13071"/>
                      <a:pt x="2317" y="12334"/>
                      <a:pt x="3109" y="11332"/>
                    </a:cubicBezTo>
                    <a:cubicBezTo>
                      <a:pt x="3292" y="11100"/>
                      <a:pt x="3456" y="10857"/>
                      <a:pt x="3603" y="10604"/>
                    </a:cubicBezTo>
                    <a:lnTo>
                      <a:pt x="4881" y="10604"/>
                    </a:lnTo>
                    <a:lnTo>
                      <a:pt x="4881" y="11467"/>
                    </a:lnTo>
                    <a:cubicBezTo>
                      <a:pt x="4374" y="11638"/>
                      <a:pt x="4008" y="12117"/>
                      <a:pt x="4008" y="12681"/>
                    </a:cubicBezTo>
                    <a:cubicBezTo>
                      <a:pt x="4008" y="13389"/>
                      <a:pt x="4582" y="13962"/>
                      <a:pt x="5290" y="13962"/>
                    </a:cubicBezTo>
                    <a:cubicBezTo>
                      <a:pt x="5996" y="13962"/>
                      <a:pt x="6571" y="13389"/>
                      <a:pt x="6571" y="12681"/>
                    </a:cubicBezTo>
                    <a:cubicBezTo>
                      <a:pt x="6571" y="12117"/>
                      <a:pt x="6206" y="11638"/>
                      <a:pt x="5698" y="11467"/>
                    </a:cubicBezTo>
                    <a:lnTo>
                      <a:pt x="5698" y="9786"/>
                    </a:lnTo>
                    <a:lnTo>
                      <a:pt x="4000" y="9786"/>
                    </a:lnTo>
                    <a:cubicBezTo>
                      <a:pt x="4289" y="9062"/>
                      <a:pt x="4441" y="8281"/>
                      <a:pt x="4441" y="7496"/>
                    </a:cubicBezTo>
                    <a:lnTo>
                      <a:pt x="4441" y="7392"/>
                    </a:lnTo>
                    <a:lnTo>
                      <a:pt x="6163" y="7392"/>
                    </a:lnTo>
                    <a:lnTo>
                      <a:pt x="6163" y="6573"/>
                    </a:lnTo>
                    <a:lnTo>
                      <a:pt x="4441" y="6573"/>
                    </a:lnTo>
                    <a:lnTo>
                      <a:pt x="4441" y="4179"/>
                    </a:lnTo>
                    <a:lnTo>
                      <a:pt x="5698" y="4179"/>
                    </a:lnTo>
                    <a:lnTo>
                      <a:pt x="5698" y="2498"/>
                    </a:lnTo>
                    <a:cubicBezTo>
                      <a:pt x="6206" y="2326"/>
                      <a:pt x="6571" y="1846"/>
                      <a:pt x="6571" y="1284"/>
                    </a:cubicBezTo>
                    <a:cubicBezTo>
                      <a:pt x="6571" y="576"/>
                      <a:pt x="5996" y="1"/>
                      <a:pt x="52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0" name="Google Shape;1440;p38">
                <a:extLst>
                  <a:ext uri="{FF2B5EF4-FFF2-40B4-BE49-F238E27FC236}">
                    <a16:creationId xmlns:a16="http://schemas.microsoft.com/office/drawing/2014/main" id="{41D2FC02-65AC-344E-B845-E27FE91B0704}"/>
                  </a:ext>
                </a:extLst>
              </p:cNvPr>
              <p:cNvSpPr/>
              <p:nvPr/>
            </p:nvSpPr>
            <p:spPr>
              <a:xfrm>
                <a:off x="7146300" y="3247525"/>
                <a:ext cx="164325" cy="349025"/>
              </a:xfrm>
              <a:custGeom>
                <a:avLst/>
                <a:gdLst/>
                <a:ahLst/>
                <a:cxnLst/>
                <a:rect l="l" t="t" r="r" b="b"/>
                <a:pathLst>
                  <a:path w="6573" h="13961" extrusionOk="0">
                    <a:moveTo>
                      <a:pt x="1283" y="1"/>
                    </a:moveTo>
                    <a:cubicBezTo>
                      <a:pt x="576" y="1"/>
                      <a:pt x="0" y="574"/>
                      <a:pt x="0" y="1282"/>
                    </a:cubicBezTo>
                    <a:cubicBezTo>
                      <a:pt x="0" y="1846"/>
                      <a:pt x="367" y="2325"/>
                      <a:pt x="873" y="2496"/>
                    </a:cubicBezTo>
                    <a:lnTo>
                      <a:pt x="873" y="4177"/>
                    </a:lnTo>
                    <a:lnTo>
                      <a:pt x="2130" y="4177"/>
                    </a:lnTo>
                    <a:lnTo>
                      <a:pt x="2130" y="6571"/>
                    </a:lnTo>
                    <a:lnTo>
                      <a:pt x="410" y="6571"/>
                    </a:lnTo>
                    <a:lnTo>
                      <a:pt x="410" y="7390"/>
                    </a:lnTo>
                    <a:lnTo>
                      <a:pt x="2130" y="7390"/>
                    </a:lnTo>
                    <a:lnTo>
                      <a:pt x="2130" y="7494"/>
                    </a:lnTo>
                    <a:cubicBezTo>
                      <a:pt x="2130" y="8279"/>
                      <a:pt x="2282" y="9060"/>
                      <a:pt x="2571" y="9784"/>
                    </a:cubicBezTo>
                    <a:lnTo>
                      <a:pt x="873" y="9784"/>
                    </a:lnTo>
                    <a:lnTo>
                      <a:pt x="873" y="11465"/>
                    </a:lnTo>
                    <a:cubicBezTo>
                      <a:pt x="367" y="11636"/>
                      <a:pt x="2" y="12115"/>
                      <a:pt x="2" y="12679"/>
                    </a:cubicBezTo>
                    <a:cubicBezTo>
                      <a:pt x="2" y="13387"/>
                      <a:pt x="576" y="13960"/>
                      <a:pt x="1283" y="13960"/>
                    </a:cubicBezTo>
                    <a:cubicBezTo>
                      <a:pt x="1989" y="13960"/>
                      <a:pt x="2565" y="13387"/>
                      <a:pt x="2565" y="12679"/>
                    </a:cubicBezTo>
                    <a:cubicBezTo>
                      <a:pt x="2565" y="12115"/>
                      <a:pt x="2198" y="11636"/>
                      <a:pt x="1692" y="11465"/>
                    </a:cubicBezTo>
                    <a:lnTo>
                      <a:pt x="1692" y="10602"/>
                    </a:lnTo>
                    <a:lnTo>
                      <a:pt x="2968" y="10602"/>
                    </a:lnTo>
                    <a:cubicBezTo>
                      <a:pt x="3115" y="10855"/>
                      <a:pt x="3281" y="11098"/>
                      <a:pt x="3463" y="11330"/>
                    </a:cubicBezTo>
                    <a:cubicBezTo>
                      <a:pt x="4255" y="12332"/>
                      <a:pt x="5351" y="13069"/>
                      <a:pt x="6573" y="13430"/>
                    </a:cubicBezTo>
                    <a:lnTo>
                      <a:pt x="6573" y="10763"/>
                    </a:lnTo>
                    <a:lnTo>
                      <a:pt x="5997" y="10763"/>
                    </a:lnTo>
                    <a:lnTo>
                      <a:pt x="5825" y="10035"/>
                    </a:lnTo>
                    <a:cubicBezTo>
                      <a:pt x="5596" y="9939"/>
                      <a:pt x="5381" y="9815"/>
                      <a:pt x="5184" y="9663"/>
                    </a:cubicBezTo>
                    <a:lnTo>
                      <a:pt x="4466" y="9880"/>
                    </a:lnTo>
                    <a:lnTo>
                      <a:pt x="3481" y="8173"/>
                    </a:lnTo>
                    <a:lnTo>
                      <a:pt x="4026" y="7661"/>
                    </a:lnTo>
                    <a:cubicBezTo>
                      <a:pt x="4012" y="7539"/>
                      <a:pt x="4003" y="7415"/>
                      <a:pt x="4003" y="7291"/>
                    </a:cubicBezTo>
                    <a:cubicBezTo>
                      <a:pt x="4003" y="7167"/>
                      <a:pt x="4012" y="7043"/>
                      <a:pt x="4026" y="6920"/>
                    </a:cubicBezTo>
                    <a:lnTo>
                      <a:pt x="3481" y="6406"/>
                    </a:lnTo>
                    <a:lnTo>
                      <a:pt x="4466" y="4701"/>
                    </a:lnTo>
                    <a:lnTo>
                      <a:pt x="5184" y="4916"/>
                    </a:lnTo>
                    <a:cubicBezTo>
                      <a:pt x="5381" y="4766"/>
                      <a:pt x="5596" y="4642"/>
                      <a:pt x="5825" y="4546"/>
                    </a:cubicBezTo>
                    <a:lnTo>
                      <a:pt x="5997" y="3817"/>
                    </a:lnTo>
                    <a:lnTo>
                      <a:pt x="6573" y="3817"/>
                    </a:lnTo>
                    <a:lnTo>
                      <a:pt x="6573" y="1143"/>
                    </a:lnTo>
                    <a:lnTo>
                      <a:pt x="2350" y="3359"/>
                    </a:lnTo>
                    <a:lnTo>
                      <a:pt x="1692" y="3359"/>
                    </a:lnTo>
                    <a:lnTo>
                      <a:pt x="1692" y="2496"/>
                    </a:lnTo>
                    <a:cubicBezTo>
                      <a:pt x="2198" y="2325"/>
                      <a:pt x="2565" y="1846"/>
                      <a:pt x="2565" y="1282"/>
                    </a:cubicBezTo>
                    <a:cubicBezTo>
                      <a:pt x="2565" y="574"/>
                      <a:pt x="1989" y="1"/>
                      <a:pt x="12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DBEAB1-FE40-8511-A929-D8055C97DEF0}"/>
              </a:ext>
            </a:extLst>
          </p:cNvPr>
          <p:cNvGrpSpPr/>
          <p:nvPr/>
        </p:nvGrpSpPr>
        <p:grpSpPr>
          <a:xfrm>
            <a:off x="1179103" y="1934237"/>
            <a:ext cx="661795" cy="573215"/>
            <a:chOff x="959297" y="2244308"/>
            <a:chExt cx="881600" cy="763600"/>
          </a:xfrm>
        </p:grpSpPr>
        <p:sp>
          <p:nvSpPr>
            <p:cNvPr id="1441" name="Google Shape;1441;p38">
              <a:extLst>
                <a:ext uri="{FF2B5EF4-FFF2-40B4-BE49-F238E27FC236}">
                  <a16:creationId xmlns:a16="http://schemas.microsoft.com/office/drawing/2014/main" id="{C8CFB45B-7618-5F1A-4F14-E26BFC3ACC52}"/>
                </a:ext>
              </a:extLst>
            </p:cNvPr>
            <p:cNvSpPr/>
            <p:nvPr/>
          </p:nvSpPr>
          <p:spPr>
            <a:xfrm>
              <a:off x="959297" y="2244308"/>
              <a:ext cx="881600" cy="7636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grpSp>
          <p:nvGrpSpPr>
            <p:cNvPr id="1442" name="Google Shape;1442;p38">
              <a:extLst>
                <a:ext uri="{FF2B5EF4-FFF2-40B4-BE49-F238E27FC236}">
                  <a16:creationId xmlns:a16="http://schemas.microsoft.com/office/drawing/2014/main" id="{F5AF3BCB-A021-D3A0-1298-ED7ADF7673DB}"/>
                </a:ext>
              </a:extLst>
            </p:cNvPr>
            <p:cNvGrpSpPr/>
            <p:nvPr/>
          </p:nvGrpSpPr>
          <p:grpSpPr>
            <a:xfrm>
              <a:off x="1191657" y="2421393"/>
              <a:ext cx="416939" cy="416921"/>
              <a:chOff x="1094275" y="3784775"/>
              <a:chExt cx="349000" cy="349025"/>
            </a:xfrm>
          </p:grpSpPr>
          <p:sp>
            <p:nvSpPr>
              <p:cNvPr id="1443" name="Google Shape;1443;p38">
                <a:extLst>
                  <a:ext uri="{FF2B5EF4-FFF2-40B4-BE49-F238E27FC236}">
                    <a16:creationId xmlns:a16="http://schemas.microsoft.com/office/drawing/2014/main" id="{7F472CB9-AC61-F7E6-E585-A1E0F241E17B}"/>
                  </a:ext>
                </a:extLst>
              </p:cNvPr>
              <p:cNvSpPr/>
              <p:nvPr/>
            </p:nvSpPr>
            <p:spPr>
              <a:xfrm>
                <a:off x="1094275" y="4024025"/>
                <a:ext cx="349000" cy="109775"/>
              </a:xfrm>
              <a:custGeom>
                <a:avLst/>
                <a:gdLst/>
                <a:ahLst/>
                <a:cxnLst/>
                <a:rect l="l" t="t" r="r" b="b"/>
                <a:pathLst>
                  <a:path w="13960" h="4391" extrusionOk="0">
                    <a:moveTo>
                      <a:pt x="0" y="0"/>
                    </a:moveTo>
                    <a:lnTo>
                      <a:pt x="0" y="1941"/>
                    </a:lnTo>
                    <a:lnTo>
                      <a:pt x="5716" y="1941"/>
                    </a:lnTo>
                    <a:lnTo>
                      <a:pt x="5716" y="2563"/>
                    </a:lnTo>
                    <a:cubicBezTo>
                      <a:pt x="5716" y="3120"/>
                      <a:pt x="5263" y="3573"/>
                      <a:pt x="4707" y="3573"/>
                    </a:cubicBezTo>
                    <a:lnTo>
                      <a:pt x="3608" y="3573"/>
                    </a:lnTo>
                    <a:lnTo>
                      <a:pt x="3608" y="4390"/>
                    </a:lnTo>
                    <a:lnTo>
                      <a:pt x="10352" y="4390"/>
                    </a:lnTo>
                    <a:lnTo>
                      <a:pt x="10352" y="3573"/>
                    </a:lnTo>
                    <a:lnTo>
                      <a:pt x="9254" y="3573"/>
                    </a:lnTo>
                    <a:cubicBezTo>
                      <a:pt x="8697" y="3573"/>
                      <a:pt x="8246" y="3120"/>
                      <a:pt x="8246" y="2563"/>
                    </a:cubicBezTo>
                    <a:lnTo>
                      <a:pt x="8246" y="1941"/>
                    </a:lnTo>
                    <a:lnTo>
                      <a:pt x="13960" y="1941"/>
                    </a:lnTo>
                    <a:lnTo>
                      <a:pt x="13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4" name="Google Shape;1444;p38">
                <a:extLst>
                  <a:ext uri="{FF2B5EF4-FFF2-40B4-BE49-F238E27FC236}">
                    <a16:creationId xmlns:a16="http://schemas.microsoft.com/office/drawing/2014/main" id="{3442F204-F611-33E3-F8AC-EA304549D3EA}"/>
                  </a:ext>
                </a:extLst>
              </p:cNvPr>
              <p:cNvSpPr/>
              <p:nvPr/>
            </p:nvSpPr>
            <p:spPr>
              <a:xfrm>
                <a:off x="1254100" y="3878225"/>
                <a:ext cx="29375" cy="29375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5" extrusionOk="0">
                    <a:moveTo>
                      <a:pt x="588" y="1"/>
                    </a:moveTo>
                    <a:cubicBezTo>
                      <a:pt x="264" y="1"/>
                      <a:pt x="1" y="265"/>
                      <a:pt x="1" y="588"/>
                    </a:cubicBezTo>
                    <a:cubicBezTo>
                      <a:pt x="1" y="912"/>
                      <a:pt x="264" y="1174"/>
                      <a:pt x="588" y="1174"/>
                    </a:cubicBezTo>
                    <a:cubicBezTo>
                      <a:pt x="910" y="1174"/>
                      <a:pt x="1175" y="912"/>
                      <a:pt x="1175" y="588"/>
                    </a:cubicBezTo>
                    <a:cubicBezTo>
                      <a:pt x="1175" y="263"/>
                      <a:pt x="910" y="1"/>
                      <a:pt x="5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5" name="Google Shape;1445;p38">
                <a:extLst>
                  <a:ext uri="{FF2B5EF4-FFF2-40B4-BE49-F238E27FC236}">
                    <a16:creationId xmlns:a16="http://schemas.microsoft.com/office/drawing/2014/main" id="{74077F31-640E-3B8A-D699-A131C0DEDE1C}"/>
                  </a:ext>
                </a:extLst>
              </p:cNvPr>
              <p:cNvSpPr/>
              <p:nvPr/>
            </p:nvSpPr>
            <p:spPr>
              <a:xfrm>
                <a:off x="1094275" y="3784775"/>
                <a:ext cx="349000" cy="218850"/>
              </a:xfrm>
              <a:custGeom>
                <a:avLst/>
                <a:gdLst/>
                <a:ahLst/>
                <a:cxnLst/>
                <a:rect l="l" t="t" r="r" b="b"/>
                <a:pathLst>
                  <a:path w="13960" h="8754" extrusionOk="0">
                    <a:moveTo>
                      <a:pt x="6981" y="1169"/>
                    </a:moveTo>
                    <a:cubicBezTo>
                      <a:pt x="8720" y="1169"/>
                      <a:pt x="10137" y="2586"/>
                      <a:pt x="10137" y="4326"/>
                    </a:cubicBezTo>
                    <a:lnTo>
                      <a:pt x="10137" y="5329"/>
                    </a:lnTo>
                    <a:cubicBezTo>
                      <a:pt x="10137" y="6038"/>
                      <a:pt x="9560" y="6614"/>
                      <a:pt x="8852" y="6614"/>
                    </a:cubicBezTo>
                    <a:cubicBezTo>
                      <a:pt x="8232" y="6614"/>
                      <a:pt x="7713" y="6174"/>
                      <a:pt x="7593" y="5589"/>
                    </a:cubicBezTo>
                    <a:cubicBezTo>
                      <a:pt x="7407" y="5680"/>
                      <a:pt x="7201" y="5729"/>
                      <a:pt x="6981" y="5729"/>
                    </a:cubicBezTo>
                    <a:cubicBezTo>
                      <a:pt x="6205" y="5729"/>
                      <a:pt x="5575" y="5101"/>
                      <a:pt x="5575" y="4326"/>
                    </a:cubicBezTo>
                    <a:cubicBezTo>
                      <a:pt x="5575" y="3550"/>
                      <a:pt x="6205" y="2920"/>
                      <a:pt x="6981" y="2920"/>
                    </a:cubicBezTo>
                    <a:cubicBezTo>
                      <a:pt x="7755" y="2920"/>
                      <a:pt x="8385" y="3550"/>
                      <a:pt x="8385" y="4326"/>
                    </a:cubicBezTo>
                    <a:lnTo>
                      <a:pt x="8385" y="5329"/>
                    </a:lnTo>
                    <a:cubicBezTo>
                      <a:pt x="8385" y="5587"/>
                      <a:pt x="8595" y="5795"/>
                      <a:pt x="8852" y="5795"/>
                    </a:cubicBezTo>
                    <a:cubicBezTo>
                      <a:pt x="9109" y="5795"/>
                      <a:pt x="9319" y="5587"/>
                      <a:pt x="9319" y="5329"/>
                    </a:cubicBezTo>
                    <a:lnTo>
                      <a:pt x="9319" y="4326"/>
                    </a:lnTo>
                    <a:cubicBezTo>
                      <a:pt x="9319" y="3036"/>
                      <a:pt x="8269" y="1988"/>
                      <a:pt x="6981" y="1988"/>
                    </a:cubicBezTo>
                    <a:cubicBezTo>
                      <a:pt x="5691" y="1988"/>
                      <a:pt x="4643" y="3036"/>
                      <a:pt x="4643" y="4326"/>
                    </a:cubicBezTo>
                    <a:cubicBezTo>
                      <a:pt x="4643" y="5615"/>
                      <a:pt x="5691" y="6663"/>
                      <a:pt x="6981" y="6663"/>
                    </a:cubicBezTo>
                    <a:lnTo>
                      <a:pt x="6981" y="7482"/>
                    </a:lnTo>
                    <a:cubicBezTo>
                      <a:pt x="5240" y="7482"/>
                      <a:pt x="3824" y="6065"/>
                      <a:pt x="3824" y="4326"/>
                    </a:cubicBezTo>
                    <a:cubicBezTo>
                      <a:pt x="3824" y="2584"/>
                      <a:pt x="5240" y="1169"/>
                      <a:pt x="6981" y="1169"/>
                    </a:cubicBezTo>
                    <a:close/>
                    <a:moveTo>
                      <a:pt x="0" y="0"/>
                    </a:moveTo>
                    <a:lnTo>
                      <a:pt x="0" y="8753"/>
                    </a:lnTo>
                    <a:lnTo>
                      <a:pt x="13960" y="8753"/>
                    </a:lnTo>
                    <a:lnTo>
                      <a:pt x="13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 dirty="0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016D04B-9671-B511-6210-85275F9027A2}"/>
              </a:ext>
            </a:extLst>
          </p:cNvPr>
          <p:cNvSpPr txBox="1"/>
          <p:nvPr/>
        </p:nvSpPr>
        <p:spPr>
          <a:xfrm>
            <a:off x="1977389" y="4410426"/>
            <a:ext cx="8713471" cy="349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7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Source code, Test cases</a:t>
            </a:r>
            <a:r>
              <a:rPr lang="en-US" sz="1600" b="1" dirty="0">
                <a:latin typeface="Barlow" panose="00000500000000000000" pitchFamily="2" charset="0"/>
                <a:ea typeface="Nobile" pitchFamily="34" charset="-122"/>
              </a:rPr>
              <a:t>,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 Documentation</a:t>
            </a:r>
            <a:r>
              <a:rPr lang="en-US" sz="1600" b="1" dirty="0"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Code explanations, Bug-fixing suggestions</a:t>
            </a:r>
            <a:endParaRPr lang="en-US" sz="1600" b="1" dirty="0">
              <a:latin typeface="Barlow" panose="00000500000000000000" pitchFamily="2" charset="0"/>
            </a:endParaRPr>
          </a:p>
        </p:txBody>
      </p:sp>
      <p:pic>
        <p:nvPicPr>
          <p:cNvPr id="14" name="Picture 13" descr="Claude | LinkedIn">
            <a:extLst>
              <a:ext uri="{FF2B5EF4-FFF2-40B4-BE49-F238E27FC236}">
                <a16:creationId xmlns:a16="http://schemas.microsoft.com/office/drawing/2014/main" id="{FBEC1B5A-AFFA-EEB4-7380-CBFDDF1D27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76216">
            <a:off x="2372312" y="5195998"/>
            <a:ext cx="284508" cy="2845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EA12DF2-EEC6-7C83-FB7C-4268DB7D93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01563">
            <a:off x="2674318" y="5177485"/>
            <a:ext cx="399288" cy="366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E0D183-B7DB-B1A8-15D5-375555B53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 rot="227757">
            <a:off x="3133135" y="5211907"/>
            <a:ext cx="297732" cy="297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5802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9" name="Google Shape;1319;p37"/>
          <p:cNvPicPr preferRelativeResize="0"/>
          <p:nvPr/>
        </p:nvPicPr>
        <p:blipFill rotWithShape="1">
          <a:blip r:embed="rId3">
            <a:alphaModFix/>
          </a:blip>
          <a:srcRect l="5186" t="15845" b="14380"/>
          <a:stretch/>
        </p:blipFill>
        <p:spPr>
          <a:xfrm flipH="1">
            <a:off x="7515567" y="3031767"/>
            <a:ext cx="3806700" cy="2752067"/>
          </a:xfrm>
          <a:prstGeom prst="rect">
            <a:avLst/>
          </a:prstGeom>
          <a:noFill/>
          <a:ln>
            <a:noFill/>
          </a:ln>
          <a:effectLst>
            <a:outerShdw blurRad="257175" dist="114300" dir="21540000" algn="bl" rotWithShape="0">
              <a:schemeClr val="lt1">
                <a:alpha val="90000"/>
              </a:schemeClr>
            </a:outerShdw>
          </a:effectLst>
        </p:spPr>
      </p:pic>
      <p:sp>
        <p:nvSpPr>
          <p:cNvPr id="1320" name="Google Shape;1320;p37"/>
          <p:cNvSpPr txBox="1">
            <a:spLocks noGrp="1"/>
          </p:cNvSpPr>
          <p:nvPr>
            <p:ph type="title"/>
          </p:nvPr>
        </p:nvSpPr>
        <p:spPr>
          <a:xfrm>
            <a:off x="964432" y="710922"/>
            <a:ext cx="8878937" cy="888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 b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AI-Assisted Coding</a:t>
            </a:r>
            <a:br>
              <a:rPr lang="en-US" sz="3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</a:br>
            <a:r>
              <a:rPr lang="en-US" sz="1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 as a Coding Assistant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1321" name="Google Shape;1321;p37"/>
          <p:cNvSpPr txBox="1">
            <a:spLocks noGrp="1"/>
          </p:cNvSpPr>
          <p:nvPr>
            <p:ph type="subTitle" idx="1"/>
          </p:nvPr>
        </p:nvSpPr>
        <p:spPr>
          <a:xfrm>
            <a:off x="960000" y="1732883"/>
            <a:ext cx="6136800" cy="398851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en-US" dirty="0">
                <a:latin typeface="Barlow" panose="00000500000000000000" pitchFamily="2" charset="0"/>
              </a:rPr>
              <a:t>AI can work alongside developers during the coding process.</a:t>
            </a:r>
          </a:p>
          <a:p>
            <a:pPr marL="0" indent="0">
              <a:buSzPts val="1100"/>
              <a:buNone/>
            </a:pPr>
            <a:endParaRPr lang="en-US" dirty="0">
              <a:latin typeface="Barlow" panose="00000500000000000000" pitchFamily="2" charset="0"/>
            </a:endParaRPr>
          </a:p>
          <a:p>
            <a:pPr marL="0" indent="0">
              <a:buSzPts val="1100"/>
              <a:buNone/>
            </a:pPr>
            <a:r>
              <a:rPr lang="en-US" sz="1800" b="1" dirty="0">
                <a:latin typeface="Barlow" panose="00000500000000000000" pitchFamily="2" charset="0"/>
              </a:rPr>
              <a:t>Applications</a:t>
            </a:r>
            <a:r>
              <a:rPr lang="en-US" dirty="0">
                <a:latin typeface="Barlow" panose="00000500000000000000" pitchFamily="2" charset="0"/>
              </a:rPr>
              <a:t>:</a:t>
            </a:r>
          </a:p>
          <a:p>
            <a:pPr marL="139700" indent="0">
              <a:lnSpc>
                <a:spcPct val="117000"/>
              </a:lnSpc>
              <a:buNone/>
            </a:pPr>
            <a:r>
              <a:rPr lang="en-US" sz="14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Code completion</a:t>
            </a:r>
            <a:r>
              <a:rPr lang="en-US" sz="1400" b="1" dirty="0"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Function generation</a:t>
            </a:r>
            <a:r>
              <a:rPr lang="en-US" sz="1400" b="1" dirty="0"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Boilerplate code</a:t>
            </a:r>
            <a:r>
              <a:rPr lang="en-US" sz="1400" b="1" dirty="0"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Code explanation</a:t>
            </a:r>
            <a:r>
              <a:rPr lang="en-US" sz="1400" b="1" dirty="0"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4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Refactoring suggestions</a:t>
            </a:r>
            <a:endParaRPr lang="en-US" sz="1400" b="1" dirty="0">
              <a:latin typeface="Barlow" panose="00000500000000000000" pitchFamily="2" charset="0"/>
            </a:endParaRPr>
          </a:p>
          <a:p>
            <a:pPr marL="139700" indent="0">
              <a:spcBef>
                <a:spcPts val="1333"/>
              </a:spcBef>
              <a:buNone/>
            </a:pPr>
            <a:r>
              <a:rPr lang="en-US" dirty="0">
                <a:latin typeface="Barlow" panose="00000500000000000000" pitchFamily="2" charset="0"/>
              </a:rPr>
              <a:t>Example</a:t>
            </a:r>
            <a:r>
              <a:rPr lang="en-US" b="1" dirty="0">
                <a:latin typeface="Barlow" panose="00000500000000000000" pitchFamily="2" charset="0"/>
              </a:rPr>
              <a:t>: </a:t>
            </a:r>
          </a:p>
          <a:p>
            <a:pPr marL="596900" lvl="1" indent="0" algn="l">
              <a:spcBef>
                <a:spcPts val="1333"/>
              </a:spcBef>
              <a:buNone/>
            </a:pP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Prompt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: "Write a TypeScript function to find duplicate elements in an array."</a:t>
            </a:r>
          </a:p>
          <a:p>
            <a:pPr lvl="2" algn="l">
              <a:spcBef>
                <a:spcPts val="1333"/>
              </a:spcBef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The AI generates an initial implementation that the developer can 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review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, 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modify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 and 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test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.</a:t>
            </a:r>
            <a:endParaRPr lang="en-US" sz="1600" dirty="0">
              <a:latin typeface="Barlow" panose="00000500000000000000" pitchFamily="2" charset="0"/>
            </a:endParaRPr>
          </a:p>
          <a:p>
            <a:pPr lvl="1" algn="l">
              <a:spcBef>
                <a:spcPts val="1333"/>
              </a:spcBef>
              <a:buFont typeface="Courier New" panose="02070309020205020404" pitchFamily="49" charset="0"/>
              <a:buChar char="o"/>
            </a:pPr>
            <a:endParaRPr lang="en-US" sz="1600" dirty="0">
              <a:solidFill>
                <a:srgbClr val="404155"/>
              </a:solidFill>
              <a:latin typeface="Barlow" panose="00000500000000000000" pitchFamily="2" charset="0"/>
              <a:ea typeface="Nobile" pitchFamily="34" charset="-122"/>
              <a:cs typeface="Nobile" pitchFamily="34" charset="-120"/>
            </a:endParaRPr>
          </a:p>
          <a:p>
            <a:pPr lvl="1">
              <a:spcBef>
                <a:spcPts val="1333"/>
              </a:spcBef>
              <a:buFont typeface="Courier New" panose="02070309020205020404" pitchFamily="49" charset="0"/>
              <a:buChar char="o"/>
            </a:pPr>
            <a:endParaRPr lang="en-US" sz="1600" dirty="0">
              <a:latin typeface="Barlow" panose="00000500000000000000" pitchFamily="2" charset="0"/>
            </a:endParaRPr>
          </a:p>
          <a:p>
            <a:pPr marL="139700" indent="0">
              <a:spcBef>
                <a:spcPts val="1333"/>
              </a:spcBef>
              <a:buNone/>
            </a:pPr>
            <a:endParaRPr lang="en-US" b="1" dirty="0">
              <a:latin typeface="Barlow" panose="00000500000000000000" pitchFamily="2" charset="0"/>
            </a:endParaRPr>
          </a:p>
          <a:p>
            <a:pPr marL="0" indent="0">
              <a:spcBef>
                <a:spcPts val="1333"/>
              </a:spcBef>
              <a:buNone/>
            </a:pPr>
            <a:endParaRPr dirty="0">
              <a:latin typeface="Barlow" panose="00000500000000000000" pitchFamily="2" charset="0"/>
            </a:endParaRPr>
          </a:p>
        </p:txBody>
      </p:sp>
      <p:grpSp>
        <p:nvGrpSpPr>
          <p:cNvPr id="1322" name="Google Shape;1322;p37"/>
          <p:cNvGrpSpPr/>
          <p:nvPr/>
        </p:nvGrpSpPr>
        <p:grpSpPr>
          <a:xfrm>
            <a:off x="960008" y="5548811"/>
            <a:ext cx="1615483" cy="584068"/>
            <a:chOff x="175552" y="1101686"/>
            <a:chExt cx="520944" cy="188336"/>
          </a:xfrm>
        </p:grpSpPr>
        <p:sp>
          <p:nvSpPr>
            <p:cNvPr id="1323" name="Google Shape;1323;p37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24" name="Google Shape;1324;p37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25" name="Google Shape;1325;p37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26" name="Google Shape;1326;p37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27" name="Google Shape;1327;p37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28" name="Google Shape;1328;p37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29" name="Google Shape;1329;p37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0" name="Google Shape;1330;p37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1" name="Google Shape;1331;p37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2" name="Google Shape;1332;p37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3" name="Google Shape;1333;p37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4" name="Google Shape;1334;p37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5" name="Google Shape;1335;p37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6" name="Google Shape;1336;p37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7" name="Google Shape;1337;p37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8" name="Google Shape;1338;p37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9" name="Google Shape;1339;p37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0" name="Google Shape;1340;p37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1" name="Google Shape;1341;p37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2" name="Google Shape;1342;p37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3" name="Google Shape;1343;p37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4" name="Google Shape;1344;p37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5" name="Google Shape;1345;p37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6" name="Google Shape;1346;p37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pic>
        <p:nvPicPr>
          <p:cNvPr id="1347" name="Google Shape;1347;p37"/>
          <p:cNvPicPr preferRelativeResize="0"/>
          <p:nvPr/>
        </p:nvPicPr>
        <p:blipFill rotWithShape="1">
          <a:blip r:embed="rId4">
            <a:alphaModFix/>
          </a:blip>
          <a:srcRect l="28959" t="12546" r="12546" b="12546"/>
          <a:stretch/>
        </p:blipFill>
        <p:spPr>
          <a:xfrm rot="10800000">
            <a:off x="6925131" y="4957027"/>
            <a:ext cx="968868" cy="795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37"/>
          <p:cNvPicPr preferRelativeResize="0"/>
          <p:nvPr/>
        </p:nvPicPr>
        <p:blipFill rotWithShape="1">
          <a:blip r:embed="rId5">
            <a:alphaModFix/>
          </a:blip>
          <a:srcRect l="7501" t="14406" r="9607" b="8266"/>
          <a:stretch/>
        </p:blipFill>
        <p:spPr>
          <a:xfrm>
            <a:off x="6925130" y="802518"/>
            <a:ext cx="911669" cy="11244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9" name="Google Shape;1349;p37"/>
          <p:cNvGrpSpPr/>
          <p:nvPr/>
        </p:nvGrpSpPr>
        <p:grpSpPr>
          <a:xfrm>
            <a:off x="9622375" y="825534"/>
            <a:ext cx="1615483" cy="584068"/>
            <a:chOff x="175552" y="1101686"/>
            <a:chExt cx="520944" cy="188336"/>
          </a:xfrm>
        </p:grpSpPr>
        <p:sp>
          <p:nvSpPr>
            <p:cNvPr id="1350" name="Google Shape;1350;p37"/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1" name="Google Shape;1351;p37"/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2" name="Google Shape;1352;p37"/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3" name="Google Shape;1353;p37"/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4" name="Google Shape;1354;p37"/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5" name="Google Shape;1355;p37"/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6" name="Google Shape;1356;p37"/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7" name="Google Shape;1357;p37"/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8" name="Google Shape;1358;p37"/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9" name="Google Shape;1359;p37"/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0" name="Google Shape;1360;p37"/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1" name="Google Shape;1361;p37"/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2" name="Google Shape;1362;p37"/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3" name="Google Shape;1363;p37"/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4" name="Google Shape;1364;p37"/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5" name="Google Shape;1365;p37"/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6" name="Google Shape;1366;p37"/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7" name="Google Shape;1367;p37"/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8" name="Google Shape;1368;p37"/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9" name="Google Shape;1369;p37"/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70" name="Google Shape;1370;p37"/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71" name="Google Shape;1371;p37"/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72" name="Google Shape;1372;p37"/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73" name="Google Shape;1373;p37"/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CEA212A2-9EDD-65FF-CD2C-2EDC8FAE280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 rot="19638312">
            <a:off x="7192290" y="2413755"/>
            <a:ext cx="1060078" cy="1060078"/>
          </a:xfrm>
          <a:prstGeom prst="rect">
            <a:avLst/>
          </a:prstGeom>
        </p:spPr>
      </p:pic>
      <p:pic>
        <p:nvPicPr>
          <p:cNvPr id="7" name="Picture 6" descr="Claude | LinkedIn">
            <a:extLst>
              <a:ext uri="{FF2B5EF4-FFF2-40B4-BE49-F238E27FC236}">
                <a16:creationId xmlns:a16="http://schemas.microsoft.com/office/drawing/2014/main" id="{67DFED85-7FE1-330B-97A5-C23B796C7B8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48693">
            <a:off x="8494608" y="1376501"/>
            <a:ext cx="1093569" cy="10935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B336E7-7030-2699-F491-D632786E72A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352051">
            <a:off x="9809735" y="1696708"/>
            <a:ext cx="1552121" cy="15521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>
          <a:extLst>
            <a:ext uri="{FF2B5EF4-FFF2-40B4-BE49-F238E27FC236}">
              <a16:creationId xmlns:a16="http://schemas.microsoft.com/office/drawing/2014/main" id="{B4CD74B0-E998-0185-20DD-BE0219F93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Claude | LinkedIn">
            <a:extLst>
              <a:ext uri="{FF2B5EF4-FFF2-40B4-BE49-F238E27FC236}">
                <a16:creationId xmlns:a16="http://schemas.microsoft.com/office/drawing/2014/main" id="{0FFBBD87-9EA1-8A95-2664-22D59A3B103E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 rot="176216">
            <a:off x="88339" y="58273"/>
            <a:ext cx="88199" cy="881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09B87C6-7941-9E0C-9D27-2E3D99C97AB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 rot="201563">
            <a:off x="-83348" y="61153"/>
            <a:ext cx="2144920" cy="19691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56DB7B-1F7E-2822-118B-1033CE42632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 rot="13557255">
            <a:off x="-213669" y="-871757"/>
            <a:ext cx="3897328" cy="3897328"/>
          </a:xfrm>
          <a:prstGeom prst="rect">
            <a:avLst/>
          </a:prstGeom>
        </p:spPr>
      </p:pic>
      <p:sp>
        <p:nvSpPr>
          <p:cNvPr id="1379" name="Google Shape;1379;p38">
            <a:extLst>
              <a:ext uri="{FF2B5EF4-FFF2-40B4-BE49-F238E27FC236}">
                <a16:creationId xmlns:a16="http://schemas.microsoft.com/office/drawing/2014/main" id="{2207D809-5530-AA9D-45AB-3111FF7E84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93558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 b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AI-Based Code Generation</a:t>
            </a:r>
            <a:br>
              <a:rPr lang="en-US" sz="3600" b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</a:br>
            <a:r>
              <a:rPr lang="en-US" sz="1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From Natural Language → Code</a:t>
            </a:r>
            <a:br>
              <a:rPr lang="en-US" sz="3600" dirty="0"/>
            </a:br>
            <a:endParaRPr lang="en-US" sz="3600" b="1" dirty="0"/>
          </a:p>
        </p:txBody>
      </p:sp>
      <p:sp>
        <p:nvSpPr>
          <p:cNvPr id="1380" name="Google Shape;1380;p38">
            <a:extLst>
              <a:ext uri="{FF2B5EF4-FFF2-40B4-BE49-F238E27FC236}">
                <a16:creationId xmlns:a16="http://schemas.microsoft.com/office/drawing/2014/main" id="{269B6E3A-DAAC-3A92-4F2E-C984899A6B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469805" y="2346325"/>
            <a:ext cx="4952561" cy="186905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>
              <a:lnSpc>
                <a:spcPct val="11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Requirement → Prompt → LLM → Generated Code → Review → Testing</a:t>
            </a:r>
            <a:endParaRPr lang="en-US" sz="1600" dirty="0">
              <a:latin typeface="Barlow" panose="00000500000000000000" pitchFamily="2" charset="0"/>
            </a:endParaRPr>
          </a:p>
          <a:p>
            <a:pPr marL="0" indent="0" algn="l">
              <a:lnSpc>
                <a:spcPct val="117000"/>
              </a:lnSpc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Generated code should be treated as an initial solution, not automatically production-ready code.</a:t>
            </a:r>
            <a:endParaRPr lang="en-US" sz="1600" dirty="0">
              <a:latin typeface="Barlow" panose="00000500000000000000" pitchFamily="2" charset="0"/>
            </a:endParaRPr>
          </a:p>
        </p:txBody>
      </p:sp>
      <p:sp>
        <p:nvSpPr>
          <p:cNvPr id="1381" name="Google Shape;1381;p38">
            <a:extLst>
              <a:ext uri="{FF2B5EF4-FFF2-40B4-BE49-F238E27FC236}">
                <a16:creationId xmlns:a16="http://schemas.microsoft.com/office/drawing/2014/main" id="{E9B30B13-4D70-9DE8-DA7C-796FA53D2BE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869331" y="2346325"/>
            <a:ext cx="3999211" cy="220536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lnSpc>
                <a:spcPct val="117000"/>
              </a:lnSpc>
            </a:pP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Generative AI 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can convert software requirements into program code.</a:t>
            </a:r>
          </a:p>
          <a:p>
            <a:pPr marL="0" indent="0">
              <a:lnSpc>
                <a:spcPct val="117000"/>
              </a:lnSpc>
            </a:pPr>
            <a:endParaRPr lang="en-US" sz="1600" dirty="0">
              <a:solidFill>
                <a:srgbClr val="404155"/>
              </a:solidFill>
              <a:latin typeface="Barlow" panose="00000500000000000000" pitchFamily="2" charset="0"/>
              <a:ea typeface="Nobile" pitchFamily="34" charset="-122"/>
              <a:cs typeface="Nobile" pitchFamily="34" charset="-120"/>
            </a:endParaRPr>
          </a:p>
          <a:p>
            <a:pPr marL="0" indent="0">
              <a:lnSpc>
                <a:spcPct val="11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Requirement: Create a REST API using Node.js, Express and TypeScript to retrieve users from PostgreSQL.</a:t>
            </a:r>
            <a:endParaRPr lang="en-US" sz="1600" dirty="0">
              <a:latin typeface="Barlow" panose="00000500000000000000" pitchFamily="2" charset="0"/>
            </a:endParaRPr>
          </a:p>
          <a:p>
            <a:pPr marL="0" indent="0">
              <a:lnSpc>
                <a:spcPct val="117000"/>
              </a:lnSpc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The AI can generate:</a:t>
            </a:r>
            <a:endParaRPr lang="en-US" sz="1600" dirty="0">
              <a:latin typeface="Barlow" panose="00000500000000000000" pitchFamily="2" charset="0"/>
            </a:endParaRPr>
          </a:p>
        </p:txBody>
      </p:sp>
      <p:sp>
        <p:nvSpPr>
          <p:cNvPr id="1382" name="Google Shape;1382;p38">
            <a:extLst>
              <a:ext uri="{FF2B5EF4-FFF2-40B4-BE49-F238E27FC236}">
                <a16:creationId xmlns:a16="http://schemas.microsoft.com/office/drawing/2014/main" id="{049B81EE-332C-D234-F61F-A7E628379C9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469798" y="1822452"/>
            <a:ext cx="6794057" cy="71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l"/>
            <a:r>
              <a:rPr lang="en-IN" sz="2600" b="1" dirty="0"/>
              <a:t>Basic Workflow</a:t>
            </a:r>
          </a:p>
        </p:txBody>
      </p:sp>
      <p:sp>
        <p:nvSpPr>
          <p:cNvPr id="1383" name="Google Shape;1383;p38">
            <a:extLst>
              <a:ext uri="{FF2B5EF4-FFF2-40B4-BE49-F238E27FC236}">
                <a16:creationId xmlns:a16="http://schemas.microsoft.com/office/drawing/2014/main" id="{4AA08265-EC64-CA53-9147-72B029EE3E55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869331" y="1822435"/>
            <a:ext cx="3498197" cy="71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N" sz="2600" dirty="0"/>
              <a:t>Workings</a:t>
            </a:r>
            <a:endParaRPr sz="2600" dirty="0"/>
          </a:p>
        </p:txBody>
      </p:sp>
      <p:grpSp>
        <p:nvGrpSpPr>
          <p:cNvPr id="1384" name="Google Shape;1384;p38">
            <a:extLst>
              <a:ext uri="{FF2B5EF4-FFF2-40B4-BE49-F238E27FC236}">
                <a16:creationId xmlns:a16="http://schemas.microsoft.com/office/drawing/2014/main" id="{51783625-30DD-AF5D-544F-27184103D189}"/>
              </a:ext>
            </a:extLst>
          </p:cNvPr>
          <p:cNvGrpSpPr/>
          <p:nvPr/>
        </p:nvGrpSpPr>
        <p:grpSpPr>
          <a:xfrm>
            <a:off x="374792" y="5932859"/>
            <a:ext cx="1615483" cy="584068"/>
            <a:chOff x="175552" y="1101686"/>
            <a:chExt cx="520944" cy="188336"/>
          </a:xfrm>
        </p:grpSpPr>
        <p:sp>
          <p:nvSpPr>
            <p:cNvPr id="1385" name="Google Shape;1385;p38">
              <a:extLst>
                <a:ext uri="{FF2B5EF4-FFF2-40B4-BE49-F238E27FC236}">
                  <a16:creationId xmlns:a16="http://schemas.microsoft.com/office/drawing/2014/main" id="{E448F379-2A8C-1CED-6321-76DD78BB6CAE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6" name="Google Shape;1386;p38">
              <a:extLst>
                <a:ext uri="{FF2B5EF4-FFF2-40B4-BE49-F238E27FC236}">
                  <a16:creationId xmlns:a16="http://schemas.microsoft.com/office/drawing/2014/main" id="{21359022-3891-BED6-EEC6-C27CDC18187D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7" name="Google Shape;1387;p38">
              <a:extLst>
                <a:ext uri="{FF2B5EF4-FFF2-40B4-BE49-F238E27FC236}">
                  <a16:creationId xmlns:a16="http://schemas.microsoft.com/office/drawing/2014/main" id="{8CFC1592-87ED-7E52-210F-00579F40595F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8" name="Google Shape;1388;p38">
              <a:extLst>
                <a:ext uri="{FF2B5EF4-FFF2-40B4-BE49-F238E27FC236}">
                  <a16:creationId xmlns:a16="http://schemas.microsoft.com/office/drawing/2014/main" id="{72C10DB7-B919-63BC-3D95-A1EB50522A6D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9" name="Google Shape;1389;p38">
              <a:extLst>
                <a:ext uri="{FF2B5EF4-FFF2-40B4-BE49-F238E27FC236}">
                  <a16:creationId xmlns:a16="http://schemas.microsoft.com/office/drawing/2014/main" id="{0052A7F5-5501-853F-2D69-CD05D1E2B70E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0" name="Google Shape;1390;p38">
              <a:extLst>
                <a:ext uri="{FF2B5EF4-FFF2-40B4-BE49-F238E27FC236}">
                  <a16:creationId xmlns:a16="http://schemas.microsoft.com/office/drawing/2014/main" id="{7D83CB21-F4D2-74F1-AB4D-E485BBFD492F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1" name="Google Shape;1391;p38">
              <a:extLst>
                <a:ext uri="{FF2B5EF4-FFF2-40B4-BE49-F238E27FC236}">
                  <a16:creationId xmlns:a16="http://schemas.microsoft.com/office/drawing/2014/main" id="{E9B88905-C9CD-A067-AAA7-1F436336DE8C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2" name="Google Shape;1392;p38">
              <a:extLst>
                <a:ext uri="{FF2B5EF4-FFF2-40B4-BE49-F238E27FC236}">
                  <a16:creationId xmlns:a16="http://schemas.microsoft.com/office/drawing/2014/main" id="{732CD73E-A836-BAA1-7C0B-2B82DEEDD0BA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3" name="Google Shape;1393;p38">
              <a:extLst>
                <a:ext uri="{FF2B5EF4-FFF2-40B4-BE49-F238E27FC236}">
                  <a16:creationId xmlns:a16="http://schemas.microsoft.com/office/drawing/2014/main" id="{28B9A43E-3C3B-E6E4-B00B-A45924860EFE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 dirty="0"/>
            </a:p>
          </p:txBody>
        </p:sp>
        <p:sp>
          <p:nvSpPr>
            <p:cNvPr id="1394" name="Google Shape;1394;p38">
              <a:extLst>
                <a:ext uri="{FF2B5EF4-FFF2-40B4-BE49-F238E27FC236}">
                  <a16:creationId xmlns:a16="http://schemas.microsoft.com/office/drawing/2014/main" id="{D40C3A8D-3960-D6E4-755C-334CEFD57FC2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5" name="Google Shape;1395;p38">
              <a:extLst>
                <a:ext uri="{FF2B5EF4-FFF2-40B4-BE49-F238E27FC236}">
                  <a16:creationId xmlns:a16="http://schemas.microsoft.com/office/drawing/2014/main" id="{69CE3B48-00AF-58FE-AD2A-DDAC4EAFB344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6" name="Google Shape;1396;p38">
              <a:extLst>
                <a:ext uri="{FF2B5EF4-FFF2-40B4-BE49-F238E27FC236}">
                  <a16:creationId xmlns:a16="http://schemas.microsoft.com/office/drawing/2014/main" id="{A0FB9CED-ADB1-2F32-1722-BEF6ABE4FF87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7" name="Google Shape;1397;p38">
              <a:extLst>
                <a:ext uri="{FF2B5EF4-FFF2-40B4-BE49-F238E27FC236}">
                  <a16:creationId xmlns:a16="http://schemas.microsoft.com/office/drawing/2014/main" id="{D1FF2323-93A1-37F2-43E0-C06B4188C5B7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8" name="Google Shape;1398;p38">
              <a:extLst>
                <a:ext uri="{FF2B5EF4-FFF2-40B4-BE49-F238E27FC236}">
                  <a16:creationId xmlns:a16="http://schemas.microsoft.com/office/drawing/2014/main" id="{E0A5241F-75F3-375D-95C5-3EFCC7BC2CD2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9" name="Google Shape;1399;p38">
              <a:extLst>
                <a:ext uri="{FF2B5EF4-FFF2-40B4-BE49-F238E27FC236}">
                  <a16:creationId xmlns:a16="http://schemas.microsoft.com/office/drawing/2014/main" id="{B2B197D3-F8C9-DC6D-9F6A-943FEC1D8BF8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0" name="Google Shape;1400;p38">
              <a:extLst>
                <a:ext uri="{FF2B5EF4-FFF2-40B4-BE49-F238E27FC236}">
                  <a16:creationId xmlns:a16="http://schemas.microsoft.com/office/drawing/2014/main" id="{5454EC78-CBF9-EA64-1BF5-D02F38A5075E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1" name="Google Shape;1401;p38">
              <a:extLst>
                <a:ext uri="{FF2B5EF4-FFF2-40B4-BE49-F238E27FC236}">
                  <a16:creationId xmlns:a16="http://schemas.microsoft.com/office/drawing/2014/main" id="{3FD14B4D-793B-2D8F-F350-B222AE4D132E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2" name="Google Shape;1402;p38">
              <a:extLst>
                <a:ext uri="{FF2B5EF4-FFF2-40B4-BE49-F238E27FC236}">
                  <a16:creationId xmlns:a16="http://schemas.microsoft.com/office/drawing/2014/main" id="{40301289-0E36-4852-AF0B-AF28DB64A08A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3" name="Google Shape;1403;p38">
              <a:extLst>
                <a:ext uri="{FF2B5EF4-FFF2-40B4-BE49-F238E27FC236}">
                  <a16:creationId xmlns:a16="http://schemas.microsoft.com/office/drawing/2014/main" id="{F19339CA-EC3D-797B-85E4-91834E6071B9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4" name="Google Shape;1404;p38">
              <a:extLst>
                <a:ext uri="{FF2B5EF4-FFF2-40B4-BE49-F238E27FC236}">
                  <a16:creationId xmlns:a16="http://schemas.microsoft.com/office/drawing/2014/main" id="{D3D2FD67-55D8-A85B-F982-683E1638FB79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5" name="Google Shape;1405;p38">
              <a:extLst>
                <a:ext uri="{FF2B5EF4-FFF2-40B4-BE49-F238E27FC236}">
                  <a16:creationId xmlns:a16="http://schemas.microsoft.com/office/drawing/2014/main" id="{658B4C0A-C825-3F24-E616-9A5A6B242CB1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6" name="Google Shape;1406;p38">
              <a:extLst>
                <a:ext uri="{FF2B5EF4-FFF2-40B4-BE49-F238E27FC236}">
                  <a16:creationId xmlns:a16="http://schemas.microsoft.com/office/drawing/2014/main" id="{D2E050D3-7FD0-7D05-DB0B-2D88BDCF88E5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7" name="Google Shape;1407;p38">
              <a:extLst>
                <a:ext uri="{FF2B5EF4-FFF2-40B4-BE49-F238E27FC236}">
                  <a16:creationId xmlns:a16="http://schemas.microsoft.com/office/drawing/2014/main" id="{C2A29CC0-A1EC-7F83-430F-4C118F49C4EF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8" name="Google Shape;1408;p38">
              <a:extLst>
                <a:ext uri="{FF2B5EF4-FFF2-40B4-BE49-F238E27FC236}">
                  <a16:creationId xmlns:a16="http://schemas.microsoft.com/office/drawing/2014/main" id="{D2544740-EA4C-A4F0-48C8-93716A6A10E3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409" name="Google Shape;1409;p38">
            <a:extLst>
              <a:ext uri="{FF2B5EF4-FFF2-40B4-BE49-F238E27FC236}">
                <a16:creationId xmlns:a16="http://schemas.microsoft.com/office/drawing/2014/main" id="{F1755058-F13A-2786-657C-AB29AA123E7A}"/>
              </a:ext>
            </a:extLst>
          </p:cNvPr>
          <p:cNvSpPr/>
          <p:nvPr/>
        </p:nvSpPr>
        <p:spPr>
          <a:xfrm rot="1771310">
            <a:off x="4197634" y="5863017"/>
            <a:ext cx="466583" cy="466416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FFFFFF">
              <a:alpha val="452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1410" name="Google Shape;1410;p38">
            <a:extLst>
              <a:ext uri="{FF2B5EF4-FFF2-40B4-BE49-F238E27FC236}">
                <a16:creationId xmlns:a16="http://schemas.microsoft.com/office/drawing/2014/main" id="{C68313CA-277C-FE4A-0BBC-9BE2FAE86EF1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28959" t="12546" r="12546" b="12546"/>
          <a:stretch/>
        </p:blipFill>
        <p:spPr>
          <a:xfrm rot="10800000">
            <a:off x="11232000" y="3758760"/>
            <a:ext cx="968868" cy="795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1" name="Google Shape;1411;p38">
            <a:extLst>
              <a:ext uri="{FF2B5EF4-FFF2-40B4-BE49-F238E27FC236}">
                <a16:creationId xmlns:a16="http://schemas.microsoft.com/office/drawing/2014/main" id="{C3A6DDB5-7306-A832-12AD-E0DBA9ACC693}"/>
              </a:ext>
            </a:extLst>
          </p:cNvPr>
          <p:cNvGrpSpPr/>
          <p:nvPr/>
        </p:nvGrpSpPr>
        <p:grpSpPr>
          <a:xfrm>
            <a:off x="10027877" y="507632"/>
            <a:ext cx="1615483" cy="584068"/>
            <a:chOff x="175552" y="1101686"/>
            <a:chExt cx="520944" cy="188336"/>
          </a:xfrm>
        </p:grpSpPr>
        <p:sp>
          <p:nvSpPr>
            <p:cNvPr id="1412" name="Google Shape;1412;p38">
              <a:extLst>
                <a:ext uri="{FF2B5EF4-FFF2-40B4-BE49-F238E27FC236}">
                  <a16:creationId xmlns:a16="http://schemas.microsoft.com/office/drawing/2014/main" id="{280726A4-1CAB-9A3F-8DB2-0490EE9B3C21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3" name="Google Shape;1413;p38">
              <a:extLst>
                <a:ext uri="{FF2B5EF4-FFF2-40B4-BE49-F238E27FC236}">
                  <a16:creationId xmlns:a16="http://schemas.microsoft.com/office/drawing/2014/main" id="{89F5A240-7DA5-F2B7-00AD-AD36DE3A3C6C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4" name="Google Shape;1414;p38">
              <a:extLst>
                <a:ext uri="{FF2B5EF4-FFF2-40B4-BE49-F238E27FC236}">
                  <a16:creationId xmlns:a16="http://schemas.microsoft.com/office/drawing/2014/main" id="{A82F2354-CA8F-8D5E-26C6-41F4BFEA4F4C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5" name="Google Shape;1415;p38">
              <a:extLst>
                <a:ext uri="{FF2B5EF4-FFF2-40B4-BE49-F238E27FC236}">
                  <a16:creationId xmlns:a16="http://schemas.microsoft.com/office/drawing/2014/main" id="{B1BE2BEC-06E9-FB3A-0B26-84A88230306E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6" name="Google Shape;1416;p38">
              <a:extLst>
                <a:ext uri="{FF2B5EF4-FFF2-40B4-BE49-F238E27FC236}">
                  <a16:creationId xmlns:a16="http://schemas.microsoft.com/office/drawing/2014/main" id="{5598FFFE-D7AC-B8F5-F965-7B3A0ADFC347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7" name="Google Shape;1417;p38">
              <a:extLst>
                <a:ext uri="{FF2B5EF4-FFF2-40B4-BE49-F238E27FC236}">
                  <a16:creationId xmlns:a16="http://schemas.microsoft.com/office/drawing/2014/main" id="{00A6C907-3BF6-0C40-BD81-92DF3D87337E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8" name="Google Shape;1418;p38">
              <a:extLst>
                <a:ext uri="{FF2B5EF4-FFF2-40B4-BE49-F238E27FC236}">
                  <a16:creationId xmlns:a16="http://schemas.microsoft.com/office/drawing/2014/main" id="{7327EDED-E897-6036-D711-394A7C42FE51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9" name="Google Shape;1419;p38">
              <a:extLst>
                <a:ext uri="{FF2B5EF4-FFF2-40B4-BE49-F238E27FC236}">
                  <a16:creationId xmlns:a16="http://schemas.microsoft.com/office/drawing/2014/main" id="{BABB89CE-07D8-5416-E378-7BFADFAB3910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0" name="Google Shape;1420;p38">
              <a:extLst>
                <a:ext uri="{FF2B5EF4-FFF2-40B4-BE49-F238E27FC236}">
                  <a16:creationId xmlns:a16="http://schemas.microsoft.com/office/drawing/2014/main" id="{BA26C18B-A5E9-6026-BF48-4A9F18085FC8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1" name="Google Shape;1421;p38">
              <a:extLst>
                <a:ext uri="{FF2B5EF4-FFF2-40B4-BE49-F238E27FC236}">
                  <a16:creationId xmlns:a16="http://schemas.microsoft.com/office/drawing/2014/main" id="{A2D0B9BF-FEDD-2688-C4E5-330E99AC8430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2" name="Google Shape;1422;p38">
              <a:extLst>
                <a:ext uri="{FF2B5EF4-FFF2-40B4-BE49-F238E27FC236}">
                  <a16:creationId xmlns:a16="http://schemas.microsoft.com/office/drawing/2014/main" id="{36D610E5-A2DA-1BB8-206E-256F1CB05B9C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3" name="Google Shape;1423;p38">
              <a:extLst>
                <a:ext uri="{FF2B5EF4-FFF2-40B4-BE49-F238E27FC236}">
                  <a16:creationId xmlns:a16="http://schemas.microsoft.com/office/drawing/2014/main" id="{29630BC2-3DDF-066E-968A-5E00474E9783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4" name="Google Shape;1424;p38">
              <a:extLst>
                <a:ext uri="{FF2B5EF4-FFF2-40B4-BE49-F238E27FC236}">
                  <a16:creationId xmlns:a16="http://schemas.microsoft.com/office/drawing/2014/main" id="{447DD971-1EC9-085D-7585-47CB23FB86A3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5" name="Google Shape;1425;p38">
              <a:extLst>
                <a:ext uri="{FF2B5EF4-FFF2-40B4-BE49-F238E27FC236}">
                  <a16:creationId xmlns:a16="http://schemas.microsoft.com/office/drawing/2014/main" id="{F66FAEA1-9FC7-E26B-08A2-C70405D5CBA8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6" name="Google Shape;1426;p38">
              <a:extLst>
                <a:ext uri="{FF2B5EF4-FFF2-40B4-BE49-F238E27FC236}">
                  <a16:creationId xmlns:a16="http://schemas.microsoft.com/office/drawing/2014/main" id="{0A1C6E3E-E17E-27EE-5C8E-289B1EB7BC69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7" name="Google Shape;1427;p38">
              <a:extLst>
                <a:ext uri="{FF2B5EF4-FFF2-40B4-BE49-F238E27FC236}">
                  <a16:creationId xmlns:a16="http://schemas.microsoft.com/office/drawing/2014/main" id="{7FA54CA0-C50F-A584-5761-5DD69F21CAB8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8" name="Google Shape;1428;p38">
              <a:extLst>
                <a:ext uri="{FF2B5EF4-FFF2-40B4-BE49-F238E27FC236}">
                  <a16:creationId xmlns:a16="http://schemas.microsoft.com/office/drawing/2014/main" id="{7E181B37-AC82-37B9-2CB5-00AA2DD87428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9" name="Google Shape;1429;p38">
              <a:extLst>
                <a:ext uri="{FF2B5EF4-FFF2-40B4-BE49-F238E27FC236}">
                  <a16:creationId xmlns:a16="http://schemas.microsoft.com/office/drawing/2014/main" id="{21157B59-61D4-A4F9-7B59-D4A9E86F11F9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0" name="Google Shape;1430;p38">
              <a:extLst>
                <a:ext uri="{FF2B5EF4-FFF2-40B4-BE49-F238E27FC236}">
                  <a16:creationId xmlns:a16="http://schemas.microsoft.com/office/drawing/2014/main" id="{D1A1CAAA-49B3-BC52-7C61-F98F38575F68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1" name="Google Shape;1431;p38">
              <a:extLst>
                <a:ext uri="{FF2B5EF4-FFF2-40B4-BE49-F238E27FC236}">
                  <a16:creationId xmlns:a16="http://schemas.microsoft.com/office/drawing/2014/main" id="{510F78BF-C0EF-46CD-EA64-54B0073147C6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2" name="Google Shape;1432;p38">
              <a:extLst>
                <a:ext uri="{FF2B5EF4-FFF2-40B4-BE49-F238E27FC236}">
                  <a16:creationId xmlns:a16="http://schemas.microsoft.com/office/drawing/2014/main" id="{3E211037-1E62-DC09-45D3-A932F2586E6C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3" name="Google Shape;1433;p38">
              <a:extLst>
                <a:ext uri="{FF2B5EF4-FFF2-40B4-BE49-F238E27FC236}">
                  <a16:creationId xmlns:a16="http://schemas.microsoft.com/office/drawing/2014/main" id="{77586D78-1F2F-FC46-177A-01E37A75217A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4" name="Google Shape;1434;p38">
              <a:extLst>
                <a:ext uri="{FF2B5EF4-FFF2-40B4-BE49-F238E27FC236}">
                  <a16:creationId xmlns:a16="http://schemas.microsoft.com/office/drawing/2014/main" id="{5590B1A6-E6B2-6F51-DD5D-0FD9E33270C8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5" name="Google Shape;1435;p38">
              <a:extLst>
                <a:ext uri="{FF2B5EF4-FFF2-40B4-BE49-F238E27FC236}">
                  <a16:creationId xmlns:a16="http://schemas.microsoft.com/office/drawing/2014/main" id="{9E3C33CF-29CC-AF07-7CF0-41166F0EF702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21A8487-4FFC-405A-381E-B4352E4A4985}"/>
              </a:ext>
            </a:extLst>
          </p:cNvPr>
          <p:cNvGrpSpPr/>
          <p:nvPr/>
        </p:nvGrpSpPr>
        <p:grpSpPr>
          <a:xfrm>
            <a:off x="5781471" y="1960437"/>
            <a:ext cx="661795" cy="573215"/>
            <a:chOff x="961197" y="3966583"/>
            <a:chExt cx="881600" cy="763600"/>
          </a:xfrm>
        </p:grpSpPr>
        <p:sp>
          <p:nvSpPr>
            <p:cNvPr id="1378" name="Google Shape;1378;p38">
              <a:extLst>
                <a:ext uri="{FF2B5EF4-FFF2-40B4-BE49-F238E27FC236}">
                  <a16:creationId xmlns:a16="http://schemas.microsoft.com/office/drawing/2014/main" id="{03EAA4DF-9959-DDEA-9D6F-AA3306F52251}"/>
                </a:ext>
              </a:extLst>
            </p:cNvPr>
            <p:cNvSpPr/>
            <p:nvPr/>
          </p:nvSpPr>
          <p:spPr>
            <a:xfrm>
              <a:off x="961197" y="3966583"/>
              <a:ext cx="881600" cy="7636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grpSp>
          <p:nvGrpSpPr>
            <p:cNvPr id="1436" name="Google Shape;1436;p38">
              <a:extLst>
                <a:ext uri="{FF2B5EF4-FFF2-40B4-BE49-F238E27FC236}">
                  <a16:creationId xmlns:a16="http://schemas.microsoft.com/office/drawing/2014/main" id="{13DD8E83-0363-1CF8-5A78-98D3B7160DBD}"/>
                </a:ext>
              </a:extLst>
            </p:cNvPr>
            <p:cNvGrpSpPr/>
            <p:nvPr/>
          </p:nvGrpSpPr>
          <p:grpSpPr>
            <a:xfrm>
              <a:off x="1169297" y="4115666"/>
              <a:ext cx="465400" cy="465433"/>
              <a:chOff x="7146300" y="3247475"/>
              <a:chExt cx="349050" cy="349075"/>
            </a:xfrm>
          </p:grpSpPr>
          <p:sp>
            <p:nvSpPr>
              <p:cNvPr id="1437" name="Google Shape;1437;p38">
                <a:extLst>
                  <a:ext uri="{FF2B5EF4-FFF2-40B4-BE49-F238E27FC236}">
                    <a16:creationId xmlns:a16="http://schemas.microsoft.com/office/drawing/2014/main" id="{E8DB4BE7-D62A-CAD6-B7EA-93B6EFAAE01E}"/>
                  </a:ext>
                </a:extLst>
              </p:cNvPr>
              <p:cNvSpPr/>
              <p:nvPr/>
            </p:nvSpPr>
            <p:spPr>
              <a:xfrm>
                <a:off x="7308500" y="3417450"/>
                <a:ext cx="246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987" extrusionOk="0">
                    <a:moveTo>
                      <a:pt x="493" y="1"/>
                    </a:moveTo>
                    <a:cubicBezTo>
                      <a:pt x="222" y="1"/>
                      <a:pt x="0" y="221"/>
                      <a:pt x="0" y="494"/>
                    </a:cubicBezTo>
                    <a:cubicBezTo>
                      <a:pt x="0" y="765"/>
                      <a:pt x="222" y="986"/>
                      <a:pt x="493" y="986"/>
                    </a:cubicBezTo>
                    <a:cubicBezTo>
                      <a:pt x="766" y="986"/>
                      <a:pt x="986" y="765"/>
                      <a:pt x="986" y="494"/>
                    </a:cubicBezTo>
                    <a:cubicBezTo>
                      <a:pt x="986" y="222"/>
                      <a:pt x="766" y="1"/>
                      <a:pt x="4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38" name="Google Shape;1438;p38">
                <a:extLst>
                  <a:ext uri="{FF2B5EF4-FFF2-40B4-BE49-F238E27FC236}">
                    <a16:creationId xmlns:a16="http://schemas.microsoft.com/office/drawing/2014/main" id="{9243090A-FA57-D867-5393-8C47337AA791}"/>
                  </a:ext>
                </a:extLst>
              </p:cNvPr>
              <p:cNvSpPr/>
              <p:nvPr/>
            </p:nvSpPr>
            <p:spPr>
              <a:xfrm>
                <a:off x="7259150" y="3363400"/>
                <a:ext cx="123400" cy="132750"/>
              </a:xfrm>
              <a:custGeom>
                <a:avLst/>
                <a:gdLst/>
                <a:ahLst/>
                <a:cxnLst/>
                <a:rect l="l" t="t" r="r" b="b"/>
                <a:pathLst>
                  <a:path w="4936" h="5310" extrusionOk="0">
                    <a:moveTo>
                      <a:pt x="2467" y="1346"/>
                    </a:moveTo>
                    <a:cubicBezTo>
                      <a:pt x="3190" y="1346"/>
                      <a:pt x="3778" y="1933"/>
                      <a:pt x="3778" y="2656"/>
                    </a:cubicBezTo>
                    <a:cubicBezTo>
                      <a:pt x="3778" y="3378"/>
                      <a:pt x="3190" y="3965"/>
                      <a:pt x="2467" y="3965"/>
                    </a:cubicBezTo>
                    <a:cubicBezTo>
                      <a:pt x="1745" y="3965"/>
                      <a:pt x="1158" y="3378"/>
                      <a:pt x="1158" y="2656"/>
                    </a:cubicBezTo>
                    <a:cubicBezTo>
                      <a:pt x="1158" y="1933"/>
                      <a:pt x="1745" y="1346"/>
                      <a:pt x="2467" y="1346"/>
                    </a:cubicBezTo>
                    <a:close/>
                    <a:moveTo>
                      <a:pt x="2130" y="0"/>
                    </a:moveTo>
                    <a:lnTo>
                      <a:pt x="2004" y="533"/>
                    </a:lnTo>
                    <a:lnTo>
                      <a:pt x="1788" y="605"/>
                    </a:lnTo>
                    <a:cubicBezTo>
                      <a:pt x="1508" y="698"/>
                      <a:pt x="1254" y="845"/>
                      <a:pt x="1032" y="1042"/>
                    </a:cubicBezTo>
                    <a:lnTo>
                      <a:pt x="862" y="1194"/>
                    </a:lnTo>
                    <a:lnTo>
                      <a:pt x="338" y="1037"/>
                    </a:lnTo>
                    <a:lnTo>
                      <a:pt x="0" y="1621"/>
                    </a:lnTo>
                    <a:lnTo>
                      <a:pt x="399" y="1994"/>
                    </a:lnTo>
                    <a:lnTo>
                      <a:pt x="352" y="2219"/>
                    </a:lnTo>
                    <a:cubicBezTo>
                      <a:pt x="323" y="2361"/>
                      <a:pt x="308" y="2508"/>
                      <a:pt x="308" y="2656"/>
                    </a:cubicBezTo>
                    <a:cubicBezTo>
                      <a:pt x="308" y="2803"/>
                      <a:pt x="323" y="2950"/>
                      <a:pt x="352" y="3092"/>
                    </a:cubicBezTo>
                    <a:lnTo>
                      <a:pt x="399" y="3315"/>
                    </a:lnTo>
                    <a:lnTo>
                      <a:pt x="0" y="3691"/>
                    </a:lnTo>
                    <a:lnTo>
                      <a:pt x="338" y="4274"/>
                    </a:lnTo>
                    <a:lnTo>
                      <a:pt x="862" y="4117"/>
                    </a:lnTo>
                    <a:lnTo>
                      <a:pt x="1032" y="4269"/>
                    </a:lnTo>
                    <a:cubicBezTo>
                      <a:pt x="1254" y="4466"/>
                      <a:pt x="1508" y="4613"/>
                      <a:pt x="1788" y="4706"/>
                    </a:cubicBezTo>
                    <a:lnTo>
                      <a:pt x="2004" y="4777"/>
                    </a:lnTo>
                    <a:lnTo>
                      <a:pt x="2130" y="5309"/>
                    </a:lnTo>
                    <a:lnTo>
                      <a:pt x="2804" y="5309"/>
                    </a:lnTo>
                    <a:lnTo>
                      <a:pt x="2930" y="4777"/>
                    </a:lnTo>
                    <a:lnTo>
                      <a:pt x="3147" y="4706"/>
                    </a:lnTo>
                    <a:cubicBezTo>
                      <a:pt x="3428" y="4613"/>
                      <a:pt x="3681" y="4466"/>
                      <a:pt x="3902" y="4269"/>
                    </a:cubicBezTo>
                    <a:lnTo>
                      <a:pt x="4074" y="4117"/>
                    </a:lnTo>
                    <a:lnTo>
                      <a:pt x="4598" y="4274"/>
                    </a:lnTo>
                    <a:lnTo>
                      <a:pt x="4936" y="3691"/>
                    </a:lnTo>
                    <a:lnTo>
                      <a:pt x="4537" y="3315"/>
                    </a:lnTo>
                    <a:lnTo>
                      <a:pt x="4584" y="3092"/>
                    </a:lnTo>
                    <a:cubicBezTo>
                      <a:pt x="4612" y="2950"/>
                      <a:pt x="4627" y="2803"/>
                      <a:pt x="4627" y="2656"/>
                    </a:cubicBezTo>
                    <a:cubicBezTo>
                      <a:pt x="4627" y="2508"/>
                      <a:pt x="4613" y="2361"/>
                      <a:pt x="4584" y="2219"/>
                    </a:cubicBezTo>
                    <a:lnTo>
                      <a:pt x="4537" y="1994"/>
                    </a:lnTo>
                    <a:lnTo>
                      <a:pt x="4936" y="1621"/>
                    </a:lnTo>
                    <a:lnTo>
                      <a:pt x="4598" y="1035"/>
                    </a:lnTo>
                    <a:lnTo>
                      <a:pt x="4598" y="1037"/>
                    </a:lnTo>
                    <a:lnTo>
                      <a:pt x="4073" y="1194"/>
                    </a:lnTo>
                    <a:lnTo>
                      <a:pt x="3902" y="1042"/>
                    </a:lnTo>
                    <a:cubicBezTo>
                      <a:pt x="3681" y="845"/>
                      <a:pt x="3426" y="698"/>
                      <a:pt x="3147" y="605"/>
                    </a:cubicBezTo>
                    <a:lnTo>
                      <a:pt x="2930" y="533"/>
                    </a:lnTo>
                    <a:lnTo>
                      <a:pt x="28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39" name="Google Shape;1439;p38">
                <a:extLst>
                  <a:ext uri="{FF2B5EF4-FFF2-40B4-BE49-F238E27FC236}">
                    <a16:creationId xmlns:a16="http://schemas.microsoft.com/office/drawing/2014/main" id="{8A665F2B-2ABC-EA84-B95C-0B4C18C2CC51}"/>
                  </a:ext>
                </a:extLst>
              </p:cNvPr>
              <p:cNvSpPr/>
              <p:nvPr/>
            </p:nvSpPr>
            <p:spPr>
              <a:xfrm>
                <a:off x="7331075" y="3247475"/>
                <a:ext cx="164275" cy="349075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13963" extrusionOk="0">
                    <a:moveTo>
                      <a:pt x="5290" y="1"/>
                    </a:moveTo>
                    <a:cubicBezTo>
                      <a:pt x="4582" y="1"/>
                      <a:pt x="4008" y="576"/>
                      <a:pt x="4008" y="1284"/>
                    </a:cubicBezTo>
                    <a:cubicBezTo>
                      <a:pt x="4008" y="1846"/>
                      <a:pt x="4374" y="2326"/>
                      <a:pt x="4879" y="2498"/>
                    </a:cubicBezTo>
                    <a:lnTo>
                      <a:pt x="4879" y="3361"/>
                    </a:lnTo>
                    <a:lnTo>
                      <a:pt x="4221" y="3361"/>
                    </a:lnTo>
                    <a:lnTo>
                      <a:pt x="0" y="1145"/>
                    </a:lnTo>
                    <a:lnTo>
                      <a:pt x="0" y="3819"/>
                    </a:lnTo>
                    <a:lnTo>
                      <a:pt x="576" y="3819"/>
                    </a:lnTo>
                    <a:lnTo>
                      <a:pt x="748" y="4548"/>
                    </a:lnTo>
                    <a:cubicBezTo>
                      <a:pt x="976" y="4644"/>
                      <a:pt x="1191" y="4768"/>
                      <a:pt x="1389" y="4918"/>
                    </a:cubicBezTo>
                    <a:lnTo>
                      <a:pt x="2107" y="4703"/>
                    </a:lnTo>
                    <a:lnTo>
                      <a:pt x="3090" y="6408"/>
                    </a:lnTo>
                    <a:lnTo>
                      <a:pt x="2545" y="6922"/>
                    </a:lnTo>
                    <a:cubicBezTo>
                      <a:pt x="2561" y="7045"/>
                      <a:pt x="2568" y="7169"/>
                      <a:pt x="2568" y="7293"/>
                    </a:cubicBezTo>
                    <a:cubicBezTo>
                      <a:pt x="2568" y="7417"/>
                      <a:pt x="2560" y="7541"/>
                      <a:pt x="2545" y="7663"/>
                    </a:cubicBezTo>
                    <a:lnTo>
                      <a:pt x="3090" y="8175"/>
                    </a:lnTo>
                    <a:lnTo>
                      <a:pt x="2107" y="9882"/>
                    </a:lnTo>
                    <a:lnTo>
                      <a:pt x="1389" y="9665"/>
                    </a:lnTo>
                    <a:cubicBezTo>
                      <a:pt x="1191" y="9817"/>
                      <a:pt x="976" y="9941"/>
                      <a:pt x="748" y="10037"/>
                    </a:cubicBezTo>
                    <a:lnTo>
                      <a:pt x="576" y="10765"/>
                    </a:lnTo>
                    <a:lnTo>
                      <a:pt x="0" y="10765"/>
                    </a:lnTo>
                    <a:lnTo>
                      <a:pt x="0" y="13432"/>
                    </a:lnTo>
                    <a:cubicBezTo>
                      <a:pt x="1222" y="13071"/>
                      <a:pt x="2317" y="12334"/>
                      <a:pt x="3109" y="11332"/>
                    </a:cubicBezTo>
                    <a:cubicBezTo>
                      <a:pt x="3292" y="11100"/>
                      <a:pt x="3456" y="10857"/>
                      <a:pt x="3603" y="10604"/>
                    </a:cubicBezTo>
                    <a:lnTo>
                      <a:pt x="4881" y="10604"/>
                    </a:lnTo>
                    <a:lnTo>
                      <a:pt x="4881" y="11467"/>
                    </a:lnTo>
                    <a:cubicBezTo>
                      <a:pt x="4374" y="11638"/>
                      <a:pt x="4008" y="12117"/>
                      <a:pt x="4008" y="12681"/>
                    </a:cubicBezTo>
                    <a:cubicBezTo>
                      <a:pt x="4008" y="13389"/>
                      <a:pt x="4582" y="13962"/>
                      <a:pt x="5290" y="13962"/>
                    </a:cubicBezTo>
                    <a:cubicBezTo>
                      <a:pt x="5996" y="13962"/>
                      <a:pt x="6571" y="13389"/>
                      <a:pt x="6571" y="12681"/>
                    </a:cubicBezTo>
                    <a:cubicBezTo>
                      <a:pt x="6571" y="12117"/>
                      <a:pt x="6206" y="11638"/>
                      <a:pt x="5698" y="11467"/>
                    </a:cubicBezTo>
                    <a:lnTo>
                      <a:pt x="5698" y="9786"/>
                    </a:lnTo>
                    <a:lnTo>
                      <a:pt x="4000" y="9786"/>
                    </a:lnTo>
                    <a:cubicBezTo>
                      <a:pt x="4289" y="9062"/>
                      <a:pt x="4441" y="8281"/>
                      <a:pt x="4441" y="7496"/>
                    </a:cubicBezTo>
                    <a:lnTo>
                      <a:pt x="4441" y="7392"/>
                    </a:lnTo>
                    <a:lnTo>
                      <a:pt x="6163" y="7392"/>
                    </a:lnTo>
                    <a:lnTo>
                      <a:pt x="6163" y="6573"/>
                    </a:lnTo>
                    <a:lnTo>
                      <a:pt x="4441" y="6573"/>
                    </a:lnTo>
                    <a:lnTo>
                      <a:pt x="4441" y="4179"/>
                    </a:lnTo>
                    <a:lnTo>
                      <a:pt x="5698" y="4179"/>
                    </a:lnTo>
                    <a:lnTo>
                      <a:pt x="5698" y="2498"/>
                    </a:lnTo>
                    <a:cubicBezTo>
                      <a:pt x="6206" y="2326"/>
                      <a:pt x="6571" y="1846"/>
                      <a:pt x="6571" y="1284"/>
                    </a:cubicBezTo>
                    <a:cubicBezTo>
                      <a:pt x="6571" y="576"/>
                      <a:pt x="5996" y="1"/>
                      <a:pt x="52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0" name="Google Shape;1440;p38">
                <a:extLst>
                  <a:ext uri="{FF2B5EF4-FFF2-40B4-BE49-F238E27FC236}">
                    <a16:creationId xmlns:a16="http://schemas.microsoft.com/office/drawing/2014/main" id="{7F54FF3D-B2B2-3C71-EACF-197CDACD31F5}"/>
                  </a:ext>
                </a:extLst>
              </p:cNvPr>
              <p:cNvSpPr/>
              <p:nvPr/>
            </p:nvSpPr>
            <p:spPr>
              <a:xfrm>
                <a:off x="7146300" y="3247525"/>
                <a:ext cx="164325" cy="349025"/>
              </a:xfrm>
              <a:custGeom>
                <a:avLst/>
                <a:gdLst/>
                <a:ahLst/>
                <a:cxnLst/>
                <a:rect l="l" t="t" r="r" b="b"/>
                <a:pathLst>
                  <a:path w="6573" h="13961" extrusionOk="0">
                    <a:moveTo>
                      <a:pt x="1283" y="1"/>
                    </a:moveTo>
                    <a:cubicBezTo>
                      <a:pt x="576" y="1"/>
                      <a:pt x="0" y="574"/>
                      <a:pt x="0" y="1282"/>
                    </a:cubicBezTo>
                    <a:cubicBezTo>
                      <a:pt x="0" y="1846"/>
                      <a:pt x="367" y="2325"/>
                      <a:pt x="873" y="2496"/>
                    </a:cubicBezTo>
                    <a:lnTo>
                      <a:pt x="873" y="4177"/>
                    </a:lnTo>
                    <a:lnTo>
                      <a:pt x="2130" y="4177"/>
                    </a:lnTo>
                    <a:lnTo>
                      <a:pt x="2130" y="6571"/>
                    </a:lnTo>
                    <a:lnTo>
                      <a:pt x="410" y="6571"/>
                    </a:lnTo>
                    <a:lnTo>
                      <a:pt x="410" y="7390"/>
                    </a:lnTo>
                    <a:lnTo>
                      <a:pt x="2130" y="7390"/>
                    </a:lnTo>
                    <a:lnTo>
                      <a:pt x="2130" y="7494"/>
                    </a:lnTo>
                    <a:cubicBezTo>
                      <a:pt x="2130" y="8279"/>
                      <a:pt x="2282" y="9060"/>
                      <a:pt x="2571" y="9784"/>
                    </a:cubicBezTo>
                    <a:lnTo>
                      <a:pt x="873" y="9784"/>
                    </a:lnTo>
                    <a:lnTo>
                      <a:pt x="873" y="11465"/>
                    </a:lnTo>
                    <a:cubicBezTo>
                      <a:pt x="367" y="11636"/>
                      <a:pt x="2" y="12115"/>
                      <a:pt x="2" y="12679"/>
                    </a:cubicBezTo>
                    <a:cubicBezTo>
                      <a:pt x="2" y="13387"/>
                      <a:pt x="576" y="13960"/>
                      <a:pt x="1283" y="13960"/>
                    </a:cubicBezTo>
                    <a:cubicBezTo>
                      <a:pt x="1989" y="13960"/>
                      <a:pt x="2565" y="13387"/>
                      <a:pt x="2565" y="12679"/>
                    </a:cubicBezTo>
                    <a:cubicBezTo>
                      <a:pt x="2565" y="12115"/>
                      <a:pt x="2198" y="11636"/>
                      <a:pt x="1692" y="11465"/>
                    </a:cubicBezTo>
                    <a:lnTo>
                      <a:pt x="1692" y="10602"/>
                    </a:lnTo>
                    <a:lnTo>
                      <a:pt x="2968" y="10602"/>
                    </a:lnTo>
                    <a:cubicBezTo>
                      <a:pt x="3115" y="10855"/>
                      <a:pt x="3281" y="11098"/>
                      <a:pt x="3463" y="11330"/>
                    </a:cubicBezTo>
                    <a:cubicBezTo>
                      <a:pt x="4255" y="12332"/>
                      <a:pt x="5351" y="13069"/>
                      <a:pt x="6573" y="13430"/>
                    </a:cubicBezTo>
                    <a:lnTo>
                      <a:pt x="6573" y="10763"/>
                    </a:lnTo>
                    <a:lnTo>
                      <a:pt x="5997" y="10763"/>
                    </a:lnTo>
                    <a:lnTo>
                      <a:pt x="5825" y="10035"/>
                    </a:lnTo>
                    <a:cubicBezTo>
                      <a:pt x="5596" y="9939"/>
                      <a:pt x="5381" y="9815"/>
                      <a:pt x="5184" y="9663"/>
                    </a:cubicBezTo>
                    <a:lnTo>
                      <a:pt x="4466" y="9880"/>
                    </a:lnTo>
                    <a:lnTo>
                      <a:pt x="3481" y="8173"/>
                    </a:lnTo>
                    <a:lnTo>
                      <a:pt x="4026" y="7661"/>
                    </a:lnTo>
                    <a:cubicBezTo>
                      <a:pt x="4012" y="7539"/>
                      <a:pt x="4003" y="7415"/>
                      <a:pt x="4003" y="7291"/>
                    </a:cubicBezTo>
                    <a:cubicBezTo>
                      <a:pt x="4003" y="7167"/>
                      <a:pt x="4012" y="7043"/>
                      <a:pt x="4026" y="6920"/>
                    </a:cubicBezTo>
                    <a:lnTo>
                      <a:pt x="3481" y="6406"/>
                    </a:lnTo>
                    <a:lnTo>
                      <a:pt x="4466" y="4701"/>
                    </a:lnTo>
                    <a:lnTo>
                      <a:pt x="5184" y="4916"/>
                    </a:lnTo>
                    <a:cubicBezTo>
                      <a:pt x="5381" y="4766"/>
                      <a:pt x="5596" y="4642"/>
                      <a:pt x="5825" y="4546"/>
                    </a:cubicBezTo>
                    <a:lnTo>
                      <a:pt x="5997" y="3817"/>
                    </a:lnTo>
                    <a:lnTo>
                      <a:pt x="6573" y="3817"/>
                    </a:lnTo>
                    <a:lnTo>
                      <a:pt x="6573" y="1143"/>
                    </a:lnTo>
                    <a:lnTo>
                      <a:pt x="2350" y="3359"/>
                    </a:lnTo>
                    <a:lnTo>
                      <a:pt x="1692" y="3359"/>
                    </a:lnTo>
                    <a:lnTo>
                      <a:pt x="1692" y="2496"/>
                    </a:lnTo>
                    <a:cubicBezTo>
                      <a:pt x="2198" y="2325"/>
                      <a:pt x="2565" y="1846"/>
                      <a:pt x="2565" y="1282"/>
                    </a:cubicBezTo>
                    <a:cubicBezTo>
                      <a:pt x="2565" y="574"/>
                      <a:pt x="1989" y="1"/>
                      <a:pt x="12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1488B24-61E0-0142-EFD7-E0843506352F}"/>
              </a:ext>
            </a:extLst>
          </p:cNvPr>
          <p:cNvGrpSpPr/>
          <p:nvPr/>
        </p:nvGrpSpPr>
        <p:grpSpPr>
          <a:xfrm>
            <a:off x="1179103" y="1934237"/>
            <a:ext cx="661795" cy="573215"/>
            <a:chOff x="959297" y="2244308"/>
            <a:chExt cx="881600" cy="763600"/>
          </a:xfrm>
        </p:grpSpPr>
        <p:sp>
          <p:nvSpPr>
            <p:cNvPr id="1441" name="Google Shape;1441;p38">
              <a:extLst>
                <a:ext uri="{FF2B5EF4-FFF2-40B4-BE49-F238E27FC236}">
                  <a16:creationId xmlns:a16="http://schemas.microsoft.com/office/drawing/2014/main" id="{CB88FC84-D581-00F8-21D2-CC92EABFFE1F}"/>
                </a:ext>
              </a:extLst>
            </p:cNvPr>
            <p:cNvSpPr/>
            <p:nvPr/>
          </p:nvSpPr>
          <p:spPr>
            <a:xfrm>
              <a:off x="959297" y="2244308"/>
              <a:ext cx="881600" cy="7636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grpSp>
          <p:nvGrpSpPr>
            <p:cNvPr id="1442" name="Google Shape;1442;p38">
              <a:extLst>
                <a:ext uri="{FF2B5EF4-FFF2-40B4-BE49-F238E27FC236}">
                  <a16:creationId xmlns:a16="http://schemas.microsoft.com/office/drawing/2014/main" id="{DFF501B2-B766-3C77-736F-CDB66531B6EB}"/>
                </a:ext>
              </a:extLst>
            </p:cNvPr>
            <p:cNvGrpSpPr/>
            <p:nvPr/>
          </p:nvGrpSpPr>
          <p:grpSpPr>
            <a:xfrm>
              <a:off x="1191657" y="2421393"/>
              <a:ext cx="416939" cy="416921"/>
              <a:chOff x="1094275" y="3784775"/>
              <a:chExt cx="349000" cy="349025"/>
            </a:xfrm>
          </p:grpSpPr>
          <p:sp>
            <p:nvSpPr>
              <p:cNvPr id="1443" name="Google Shape;1443;p38">
                <a:extLst>
                  <a:ext uri="{FF2B5EF4-FFF2-40B4-BE49-F238E27FC236}">
                    <a16:creationId xmlns:a16="http://schemas.microsoft.com/office/drawing/2014/main" id="{93E73F2C-557B-19AC-3D19-67006E7CC1D5}"/>
                  </a:ext>
                </a:extLst>
              </p:cNvPr>
              <p:cNvSpPr/>
              <p:nvPr/>
            </p:nvSpPr>
            <p:spPr>
              <a:xfrm>
                <a:off x="1094275" y="4024025"/>
                <a:ext cx="349000" cy="109775"/>
              </a:xfrm>
              <a:custGeom>
                <a:avLst/>
                <a:gdLst/>
                <a:ahLst/>
                <a:cxnLst/>
                <a:rect l="l" t="t" r="r" b="b"/>
                <a:pathLst>
                  <a:path w="13960" h="4391" extrusionOk="0">
                    <a:moveTo>
                      <a:pt x="0" y="0"/>
                    </a:moveTo>
                    <a:lnTo>
                      <a:pt x="0" y="1941"/>
                    </a:lnTo>
                    <a:lnTo>
                      <a:pt x="5716" y="1941"/>
                    </a:lnTo>
                    <a:lnTo>
                      <a:pt x="5716" y="2563"/>
                    </a:lnTo>
                    <a:cubicBezTo>
                      <a:pt x="5716" y="3120"/>
                      <a:pt x="5263" y="3573"/>
                      <a:pt x="4707" y="3573"/>
                    </a:cubicBezTo>
                    <a:lnTo>
                      <a:pt x="3608" y="3573"/>
                    </a:lnTo>
                    <a:lnTo>
                      <a:pt x="3608" y="4390"/>
                    </a:lnTo>
                    <a:lnTo>
                      <a:pt x="10352" y="4390"/>
                    </a:lnTo>
                    <a:lnTo>
                      <a:pt x="10352" y="3573"/>
                    </a:lnTo>
                    <a:lnTo>
                      <a:pt x="9254" y="3573"/>
                    </a:lnTo>
                    <a:cubicBezTo>
                      <a:pt x="8697" y="3573"/>
                      <a:pt x="8246" y="3120"/>
                      <a:pt x="8246" y="2563"/>
                    </a:cubicBezTo>
                    <a:lnTo>
                      <a:pt x="8246" y="1941"/>
                    </a:lnTo>
                    <a:lnTo>
                      <a:pt x="13960" y="1941"/>
                    </a:lnTo>
                    <a:lnTo>
                      <a:pt x="13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4" name="Google Shape;1444;p38">
                <a:extLst>
                  <a:ext uri="{FF2B5EF4-FFF2-40B4-BE49-F238E27FC236}">
                    <a16:creationId xmlns:a16="http://schemas.microsoft.com/office/drawing/2014/main" id="{0E1E2A85-FD05-103D-5D13-17914D86A734}"/>
                  </a:ext>
                </a:extLst>
              </p:cNvPr>
              <p:cNvSpPr/>
              <p:nvPr/>
            </p:nvSpPr>
            <p:spPr>
              <a:xfrm>
                <a:off x="1254100" y="3878225"/>
                <a:ext cx="29375" cy="29375"/>
              </a:xfrm>
              <a:custGeom>
                <a:avLst/>
                <a:gdLst/>
                <a:ahLst/>
                <a:cxnLst/>
                <a:rect l="l" t="t" r="r" b="b"/>
                <a:pathLst>
                  <a:path w="1175" h="1175" extrusionOk="0">
                    <a:moveTo>
                      <a:pt x="588" y="1"/>
                    </a:moveTo>
                    <a:cubicBezTo>
                      <a:pt x="264" y="1"/>
                      <a:pt x="1" y="265"/>
                      <a:pt x="1" y="588"/>
                    </a:cubicBezTo>
                    <a:cubicBezTo>
                      <a:pt x="1" y="912"/>
                      <a:pt x="264" y="1174"/>
                      <a:pt x="588" y="1174"/>
                    </a:cubicBezTo>
                    <a:cubicBezTo>
                      <a:pt x="910" y="1174"/>
                      <a:pt x="1175" y="912"/>
                      <a:pt x="1175" y="588"/>
                    </a:cubicBezTo>
                    <a:cubicBezTo>
                      <a:pt x="1175" y="263"/>
                      <a:pt x="910" y="1"/>
                      <a:pt x="5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5" name="Google Shape;1445;p38">
                <a:extLst>
                  <a:ext uri="{FF2B5EF4-FFF2-40B4-BE49-F238E27FC236}">
                    <a16:creationId xmlns:a16="http://schemas.microsoft.com/office/drawing/2014/main" id="{D86F01A1-07ED-A1C2-65FE-3D4DEA6CCC80}"/>
                  </a:ext>
                </a:extLst>
              </p:cNvPr>
              <p:cNvSpPr/>
              <p:nvPr/>
            </p:nvSpPr>
            <p:spPr>
              <a:xfrm>
                <a:off x="1094275" y="3784775"/>
                <a:ext cx="349000" cy="218850"/>
              </a:xfrm>
              <a:custGeom>
                <a:avLst/>
                <a:gdLst/>
                <a:ahLst/>
                <a:cxnLst/>
                <a:rect l="l" t="t" r="r" b="b"/>
                <a:pathLst>
                  <a:path w="13960" h="8754" extrusionOk="0">
                    <a:moveTo>
                      <a:pt x="6981" y="1169"/>
                    </a:moveTo>
                    <a:cubicBezTo>
                      <a:pt x="8720" y="1169"/>
                      <a:pt x="10137" y="2586"/>
                      <a:pt x="10137" y="4326"/>
                    </a:cubicBezTo>
                    <a:lnTo>
                      <a:pt x="10137" y="5329"/>
                    </a:lnTo>
                    <a:cubicBezTo>
                      <a:pt x="10137" y="6038"/>
                      <a:pt x="9560" y="6614"/>
                      <a:pt x="8852" y="6614"/>
                    </a:cubicBezTo>
                    <a:cubicBezTo>
                      <a:pt x="8232" y="6614"/>
                      <a:pt x="7713" y="6174"/>
                      <a:pt x="7593" y="5589"/>
                    </a:cubicBezTo>
                    <a:cubicBezTo>
                      <a:pt x="7407" y="5680"/>
                      <a:pt x="7201" y="5729"/>
                      <a:pt x="6981" y="5729"/>
                    </a:cubicBezTo>
                    <a:cubicBezTo>
                      <a:pt x="6205" y="5729"/>
                      <a:pt x="5575" y="5101"/>
                      <a:pt x="5575" y="4326"/>
                    </a:cubicBezTo>
                    <a:cubicBezTo>
                      <a:pt x="5575" y="3550"/>
                      <a:pt x="6205" y="2920"/>
                      <a:pt x="6981" y="2920"/>
                    </a:cubicBezTo>
                    <a:cubicBezTo>
                      <a:pt x="7755" y="2920"/>
                      <a:pt x="8385" y="3550"/>
                      <a:pt x="8385" y="4326"/>
                    </a:cubicBezTo>
                    <a:lnTo>
                      <a:pt x="8385" y="5329"/>
                    </a:lnTo>
                    <a:cubicBezTo>
                      <a:pt x="8385" y="5587"/>
                      <a:pt x="8595" y="5795"/>
                      <a:pt x="8852" y="5795"/>
                    </a:cubicBezTo>
                    <a:cubicBezTo>
                      <a:pt x="9109" y="5795"/>
                      <a:pt x="9319" y="5587"/>
                      <a:pt x="9319" y="5329"/>
                    </a:cubicBezTo>
                    <a:lnTo>
                      <a:pt x="9319" y="4326"/>
                    </a:lnTo>
                    <a:cubicBezTo>
                      <a:pt x="9319" y="3036"/>
                      <a:pt x="8269" y="1988"/>
                      <a:pt x="6981" y="1988"/>
                    </a:cubicBezTo>
                    <a:cubicBezTo>
                      <a:pt x="5691" y="1988"/>
                      <a:pt x="4643" y="3036"/>
                      <a:pt x="4643" y="4326"/>
                    </a:cubicBezTo>
                    <a:cubicBezTo>
                      <a:pt x="4643" y="5615"/>
                      <a:pt x="5691" y="6663"/>
                      <a:pt x="6981" y="6663"/>
                    </a:cubicBezTo>
                    <a:lnTo>
                      <a:pt x="6981" y="7482"/>
                    </a:lnTo>
                    <a:cubicBezTo>
                      <a:pt x="5240" y="7482"/>
                      <a:pt x="3824" y="6065"/>
                      <a:pt x="3824" y="4326"/>
                    </a:cubicBezTo>
                    <a:cubicBezTo>
                      <a:pt x="3824" y="2584"/>
                      <a:pt x="5240" y="1169"/>
                      <a:pt x="6981" y="1169"/>
                    </a:cubicBezTo>
                    <a:close/>
                    <a:moveTo>
                      <a:pt x="0" y="0"/>
                    </a:moveTo>
                    <a:lnTo>
                      <a:pt x="0" y="8753"/>
                    </a:lnTo>
                    <a:lnTo>
                      <a:pt x="13960" y="8753"/>
                    </a:lnTo>
                    <a:lnTo>
                      <a:pt x="13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 dirty="0"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BB239AF-599B-79B4-2BFB-F81A0B66C5AC}"/>
              </a:ext>
            </a:extLst>
          </p:cNvPr>
          <p:cNvSpPr txBox="1"/>
          <p:nvPr/>
        </p:nvSpPr>
        <p:spPr>
          <a:xfrm>
            <a:off x="1977389" y="4639026"/>
            <a:ext cx="8713471" cy="3550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17000"/>
              </a:lnSpc>
              <a:buSzPct val="100000"/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API routes,</a:t>
            </a:r>
            <a:r>
              <a:rPr lang="en-US" sz="1600" dirty="0">
                <a:latin typeface="Barlow" panose="00000500000000000000" pitchFamily="2" charset="0"/>
                <a:ea typeface="Nobile" pitchFamily="34" charset="-122"/>
              </a:rPr>
              <a:t> 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Controllers</a:t>
            </a:r>
            <a:r>
              <a:rPr lang="en-US" sz="1600" dirty="0">
                <a:latin typeface="Barlow" panose="00000500000000000000" pitchFamily="2" charset="0"/>
                <a:ea typeface="Nobile" pitchFamily="34" charset="-122"/>
              </a:rPr>
              <a:t>, 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Database queries</a:t>
            </a:r>
            <a:r>
              <a:rPr lang="en-US" sz="1600" dirty="0">
                <a:latin typeface="Barlow" panose="00000500000000000000" pitchFamily="2" charset="0"/>
                <a:ea typeface="Nobile" pitchFamily="34" charset="-122"/>
              </a:rPr>
              <a:t>, 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Type definitions</a:t>
            </a:r>
            <a:r>
              <a:rPr lang="en-US" sz="1600" dirty="0">
                <a:latin typeface="Barlow" panose="00000500000000000000" pitchFamily="2" charset="0"/>
                <a:ea typeface="Nobile" pitchFamily="34" charset="-122"/>
              </a:rPr>
              <a:t>, 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Error handling</a:t>
            </a:r>
            <a:endParaRPr lang="en-US" sz="1600" dirty="0">
              <a:latin typeface="Barlow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5912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8">
          <a:extLst>
            <a:ext uri="{FF2B5EF4-FFF2-40B4-BE49-F238E27FC236}">
              <a16:creationId xmlns:a16="http://schemas.microsoft.com/office/drawing/2014/main" id="{F744491A-81AF-3C14-BE68-CA3845253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9" name="Google Shape;1319;p37">
            <a:extLst>
              <a:ext uri="{FF2B5EF4-FFF2-40B4-BE49-F238E27FC236}">
                <a16:creationId xmlns:a16="http://schemas.microsoft.com/office/drawing/2014/main" id="{52AC0FD3-7BD2-DC76-3D95-9311A7956A6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186" t="15845" b="14380"/>
          <a:stretch/>
        </p:blipFill>
        <p:spPr>
          <a:xfrm flipH="1">
            <a:off x="7515567" y="3031767"/>
            <a:ext cx="3806700" cy="2752067"/>
          </a:xfrm>
          <a:prstGeom prst="rect">
            <a:avLst/>
          </a:prstGeom>
          <a:noFill/>
          <a:ln>
            <a:noFill/>
          </a:ln>
          <a:effectLst>
            <a:outerShdw blurRad="257175" dist="114300" dir="21540000" algn="bl" rotWithShape="0">
              <a:schemeClr val="lt1">
                <a:alpha val="90000"/>
              </a:schemeClr>
            </a:outerShdw>
          </a:effectLst>
        </p:spPr>
      </p:pic>
      <p:sp>
        <p:nvSpPr>
          <p:cNvPr id="1320" name="Google Shape;1320;p37">
            <a:extLst>
              <a:ext uri="{FF2B5EF4-FFF2-40B4-BE49-F238E27FC236}">
                <a16:creationId xmlns:a16="http://schemas.microsoft.com/office/drawing/2014/main" id="{D2BDFF80-DC5C-0EFC-443F-5139817457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4432" y="710922"/>
            <a:ext cx="8878937" cy="8883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 b="1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AI-Assisted Debugging</a:t>
            </a:r>
            <a:br>
              <a:rPr lang="en-US" sz="3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</a:br>
            <a:r>
              <a:rPr lang="en-US" sz="18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Finding &amp; Fixing Bugs with GenAI</a:t>
            </a:r>
            <a:br>
              <a:rPr lang="en-US" sz="3600" dirty="0"/>
            </a:br>
            <a:endParaRPr lang="en-US" sz="3600" dirty="0"/>
          </a:p>
        </p:txBody>
      </p:sp>
      <p:sp>
        <p:nvSpPr>
          <p:cNvPr id="1321" name="Google Shape;1321;p37">
            <a:extLst>
              <a:ext uri="{FF2B5EF4-FFF2-40B4-BE49-F238E27FC236}">
                <a16:creationId xmlns:a16="http://schemas.microsoft.com/office/drawing/2014/main" id="{805CC9D6-44AE-8933-2FAE-2FBB06AF1EE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60000" y="1732883"/>
            <a:ext cx="6136800" cy="398851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SzPts val="1100"/>
              <a:buNone/>
            </a:pPr>
            <a:r>
              <a:rPr lang="en-US" dirty="0">
                <a:latin typeface="Barlow" panose="00000500000000000000" pitchFamily="2" charset="0"/>
              </a:rPr>
              <a:t>AI can analyze:</a:t>
            </a:r>
          </a:p>
          <a:p>
            <a:pPr marL="285750" indent="-285750">
              <a:buClr>
                <a:srgbClr val="00B050"/>
              </a:buClr>
              <a:buSzPts val="1100"/>
              <a:buFont typeface="Wingdings" panose="05000000000000000000" pitchFamily="2" charset="2"/>
              <a:buChar char="ü"/>
            </a:pPr>
            <a:r>
              <a:rPr lang="en-US" sz="1600" dirty="0">
                <a:latin typeface="Barlow" panose="00000500000000000000" pitchFamily="2" charset="0"/>
              </a:rPr>
              <a:t>Source code</a:t>
            </a:r>
          </a:p>
          <a:p>
            <a:pPr marL="285750" indent="-285750">
              <a:buClr>
                <a:srgbClr val="00B050"/>
              </a:buClr>
              <a:buSzPts val="1100"/>
              <a:buFont typeface="Wingdings" panose="05000000000000000000" pitchFamily="2" charset="2"/>
              <a:buChar char="ü"/>
            </a:pPr>
            <a:r>
              <a:rPr lang="en-US" sz="1600" dirty="0">
                <a:latin typeface="Barlow" panose="00000500000000000000" pitchFamily="2" charset="0"/>
              </a:rPr>
              <a:t>Error messages</a:t>
            </a:r>
          </a:p>
          <a:p>
            <a:pPr marL="285750" indent="-285750">
              <a:buClr>
                <a:srgbClr val="00B050"/>
              </a:buClr>
              <a:buSzPts val="1100"/>
              <a:buFont typeface="Wingdings" panose="05000000000000000000" pitchFamily="2" charset="2"/>
              <a:buChar char="ü"/>
            </a:pPr>
            <a:r>
              <a:rPr lang="en-US" sz="1600" dirty="0">
                <a:latin typeface="Barlow" panose="00000500000000000000" pitchFamily="2" charset="0"/>
              </a:rPr>
              <a:t>Stack traces</a:t>
            </a:r>
          </a:p>
          <a:p>
            <a:pPr marL="285750" indent="-285750">
              <a:buClr>
                <a:srgbClr val="00B050"/>
              </a:buClr>
              <a:buSzPts val="1100"/>
              <a:buFont typeface="Wingdings" panose="05000000000000000000" pitchFamily="2" charset="2"/>
              <a:buChar char="ü"/>
            </a:pPr>
            <a:r>
              <a:rPr lang="en-US" sz="1600" dirty="0">
                <a:latin typeface="Barlow" panose="00000500000000000000" pitchFamily="2" charset="0"/>
              </a:rPr>
              <a:t>Expected vs. actual output</a:t>
            </a:r>
          </a:p>
          <a:p>
            <a:pPr marL="285750" indent="-285750">
              <a:buClr>
                <a:srgbClr val="00B050"/>
              </a:buClr>
              <a:buSzPts val="1100"/>
              <a:buFont typeface="Wingdings" panose="05000000000000000000" pitchFamily="2" charset="2"/>
              <a:buChar char="ü"/>
            </a:pPr>
            <a:endParaRPr lang="en-US" dirty="0">
              <a:latin typeface="Barlow" panose="00000500000000000000" pitchFamily="2" charset="0"/>
            </a:endParaRPr>
          </a:p>
          <a:p>
            <a:pPr marL="0" indent="0">
              <a:buSzPts val="1100"/>
              <a:buNone/>
            </a:pPr>
            <a:r>
              <a:rPr lang="en-US" sz="1800" dirty="0">
                <a:latin typeface="Barlow" panose="00000500000000000000" pitchFamily="2" charset="0"/>
              </a:rPr>
              <a:t>Example</a:t>
            </a:r>
            <a:r>
              <a:rPr lang="en-US" dirty="0">
                <a:latin typeface="Barlow" panose="00000500000000000000" pitchFamily="2" charset="0"/>
              </a:rPr>
              <a:t>:</a:t>
            </a:r>
          </a:p>
          <a:p>
            <a:pPr marL="0" indent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TypeError: Cannot read </a:t>
            </a:r>
            <a:r>
              <a:rPr lang="en-US" sz="1400" dirty="0">
                <a:solidFill>
                  <a:srgbClr val="404155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properties</a:t>
            </a:r>
            <a:r>
              <a:rPr lang="en-US" sz="140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of undefined</a:t>
            </a:r>
          </a:p>
          <a:p>
            <a:pPr marL="0" indent="0">
              <a:lnSpc>
                <a:spcPct val="117000"/>
              </a:lnSpc>
              <a:buNone/>
            </a:pPr>
            <a:r>
              <a:rPr lang="en-US" sz="1600" u="sng" dirty="0">
                <a:latin typeface="Barlow" panose="00000500000000000000" pitchFamily="2" charset="0"/>
              </a:rPr>
              <a:t>Debugging Workflow:</a:t>
            </a:r>
            <a:r>
              <a:rPr lang="en-US" sz="1600" b="1" u="sng" dirty="0">
                <a:latin typeface="Barlow" panose="00000500000000000000" pitchFamily="2" charset="0"/>
              </a:rPr>
              <a:t> </a:t>
            </a:r>
          </a:p>
          <a:p>
            <a:pPr marL="596900" lvl="1" indent="0" algn="l">
              <a:spcBef>
                <a:spcPts val="1333"/>
              </a:spcBef>
              <a:buNone/>
            </a:pP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Code + Error 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  <a:sym typeface="Wingdings" panose="05000000000000000000" pitchFamily="2" charset="2"/>
              </a:rPr>
              <a:t>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 LLM analyzes context 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  <a:sym typeface="Wingdings" panose="05000000000000000000" pitchFamily="2" charset="2"/>
              </a:rPr>
              <a:t>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 Possible cause + Suggested fix 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  <a:sym typeface="Wingdings" panose="05000000000000000000" pitchFamily="2" charset="2"/>
              </a:rPr>
              <a:t></a:t>
            </a:r>
            <a:r>
              <a:rPr lang="en-US" sz="1600" b="1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 Developer verifies &amp; tests</a:t>
            </a:r>
          </a:p>
          <a:p>
            <a:pPr lvl="1" algn="l">
              <a:spcBef>
                <a:spcPts val="1333"/>
              </a:spcBef>
              <a:buBlip>
                <a:blip r:embed="rId4">
                  <a:extLst>
                    <a:ext uri="{837473B0-CC2E-450A-ABE3-18F120FF3D39}">
                      <a1611:picAttrSrcUrl xmlns:a1611="http://schemas.microsoft.com/office/drawing/2016/11/main" r:id="rId5"/>
                    </a:ext>
                  </a:extLst>
                </a:blip>
              </a:buBlip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**AI can also produce incorrect fixes, so human verification is required.</a:t>
            </a:r>
          </a:p>
          <a:p>
            <a:pPr marL="596900" lvl="1" indent="0" algn="l">
              <a:spcBef>
                <a:spcPts val="1333"/>
              </a:spcBef>
              <a:buNone/>
            </a:pPr>
            <a:endParaRPr lang="en-US" sz="1600" dirty="0">
              <a:solidFill>
                <a:srgbClr val="404155"/>
              </a:solidFill>
              <a:latin typeface="Barlow" panose="00000500000000000000" pitchFamily="2" charset="0"/>
              <a:ea typeface="Nobile" pitchFamily="34" charset="-122"/>
              <a:cs typeface="Nobile" pitchFamily="34" charset="-120"/>
            </a:endParaRPr>
          </a:p>
          <a:p>
            <a:pPr lvl="1">
              <a:spcBef>
                <a:spcPts val="1333"/>
              </a:spcBef>
              <a:buFont typeface="Courier New" panose="02070309020205020404" pitchFamily="49" charset="0"/>
              <a:buChar char="o"/>
            </a:pPr>
            <a:endParaRPr lang="en-US" sz="1600" dirty="0">
              <a:latin typeface="Barlow" panose="00000500000000000000" pitchFamily="2" charset="0"/>
            </a:endParaRPr>
          </a:p>
          <a:p>
            <a:pPr marL="139700" indent="0">
              <a:spcBef>
                <a:spcPts val="1333"/>
              </a:spcBef>
              <a:buNone/>
            </a:pPr>
            <a:endParaRPr lang="en-US" b="1" dirty="0">
              <a:latin typeface="Barlow" panose="00000500000000000000" pitchFamily="2" charset="0"/>
            </a:endParaRPr>
          </a:p>
          <a:p>
            <a:pPr marL="0" indent="0">
              <a:spcBef>
                <a:spcPts val="1333"/>
              </a:spcBef>
              <a:buNone/>
            </a:pPr>
            <a:endParaRPr dirty="0">
              <a:latin typeface="Barlow" panose="00000500000000000000" pitchFamily="2" charset="0"/>
            </a:endParaRPr>
          </a:p>
        </p:txBody>
      </p:sp>
      <p:grpSp>
        <p:nvGrpSpPr>
          <p:cNvPr id="1322" name="Google Shape;1322;p37">
            <a:extLst>
              <a:ext uri="{FF2B5EF4-FFF2-40B4-BE49-F238E27FC236}">
                <a16:creationId xmlns:a16="http://schemas.microsoft.com/office/drawing/2014/main" id="{3607AEEF-BE52-5A03-F7B4-DB4EAB38AB73}"/>
              </a:ext>
            </a:extLst>
          </p:cNvPr>
          <p:cNvGrpSpPr/>
          <p:nvPr/>
        </p:nvGrpSpPr>
        <p:grpSpPr>
          <a:xfrm>
            <a:off x="960008" y="5548811"/>
            <a:ext cx="1615483" cy="584068"/>
            <a:chOff x="175552" y="1101686"/>
            <a:chExt cx="520944" cy="188336"/>
          </a:xfrm>
        </p:grpSpPr>
        <p:sp>
          <p:nvSpPr>
            <p:cNvPr id="1323" name="Google Shape;1323;p37">
              <a:extLst>
                <a:ext uri="{FF2B5EF4-FFF2-40B4-BE49-F238E27FC236}">
                  <a16:creationId xmlns:a16="http://schemas.microsoft.com/office/drawing/2014/main" id="{B4849007-B046-DECD-8D41-E07D1DBB81D0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24" name="Google Shape;1324;p37">
              <a:extLst>
                <a:ext uri="{FF2B5EF4-FFF2-40B4-BE49-F238E27FC236}">
                  <a16:creationId xmlns:a16="http://schemas.microsoft.com/office/drawing/2014/main" id="{B9B6C7D4-EE97-FD17-EA32-78E5B718CE6C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25" name="Google Shape;1325;p37">
              <a:extLst>
                <a:ext uri="{FF2B5EF4-FFF2-40B4-BE49-F238E27FC236}">
                  <a16:creationId xmlns:a16="http://schemas.microsoft.com/office/drawing/2014/main" id="{0D894AB0-30AD-10EC-D461-71D6E13A4D74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26" name="Google Shape;1326;p37">
              <a:extLst>
                <a:ext uri="{FF2B5EF4-FFF2-40B4-BE49-F238E27FC236}">
                  <a16:creationId xmlns:a16="http://schemas.microsoft.com/office/drawing/2014/main" id="{E0DD04A6-FE3C-9135-0E6E-DC9A8D271A59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27" name="Google Shape;1327;p37">
              <a:extLst>
                <a:ext uri="{FF2B5EF4-FFF2-40B4-BE49-F238E27FC236}">
                  <a16:creationId xmlns:a16="http://schemas.microsoft.com/office/drawing/2014/main" id="{1D5AB34E-AD63-9926-1B25-D332D04B0C1D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28" name="Google Shape;1328;p37">
              <a:extLst>
                <a:ext uri="{FF2B5EF4-FFF2-40B4-BE49-F238E27FC236}">
                  <a16:creationId xmlns:a16="http://schemas.microsoft.com/office/drawing/2014/main" id="{BC8C7941-75EC-2143-7F22-ACC5E53EEC0D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29" name="Google Shape;1329;p37">
              <a:extLst>
                <a:ext uri="{FF2B5EF4-FFF2-40B4-BE49-F238E27FC236}">
                  <a16:creationId xmlns:a16="http://schemas.microsoft.com/office/drawing/2014/main" id="{86ED6A9F-D313-9C15-E501-AC6D03D91EC8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0" name="Google Shape;1330;p37">
              <a:extLst>
                <a:ext uri="{FF2B5EF4-FFF2-40B4-BE49-F238E27FC236}">
                  <a16:creationId xmlns:a16="http://schemas.microsoft.com/office/drawing/2014/main" id="{2E5228DC-0AD0-2764-8779-1CF2BA455DD1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1" name="Google Shape;1331;p37">
              <a:extLst>
                <a:ext uri="{FF2B5EF4-FFF2-40B4-BE49-F238E27FC236}">
                  <a16:creationId xmlns:a16="http://schemas.microsoft.com/office/drawing/2014/main" id="{EA7AC174-802B-220A-0C5D-247A3FCA4AD0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2" name="Google Shape;1332;p37">
              <a:extLst>
                <a:ext uri="{FF2B5EF4-FFF2-40B4-BE49-F238E27FC236}">
                  <a16:creationId xmlns:a16="http://schemas.microsoft.com/office/drawing/2014/main" id="{99E05360-1B30-0A85-3F93-8A56A30EC32C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3" name="Google Shape;1333;p37">
              <a:extLst>
                <a:ext uri="{FF2B5EF4-FFF2-40B4-BE49-F238E27FC236}">
                  <a16:creationId xmlns:a16="http://schemas.microsoft.com/office/drawing/2014/main" id="{7E092A6E-8AFC-ED88-559C-4E259133979F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4" name="Google Shape;1334;p37">
              <a:extLst>
                <a:ext uri="{FF2B5EF4-FFF2-40B4-BE49-F238E27FC236}">
                  <a16:creationId xmlns:a16="http://schemas.microsoft.com/office/drawing/2014/main" id="{49172362-3333-3D3A-6CC1-3183D12A806D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5" name="Google Shape;1335;p37">
              <a:extLst>
                <a:ext uri="{FF2B5EF4-FFF2-40B4-BE49-F238E27FC236}">
                  <a16:creationId xmlns:a16="http://schemas.microsoft.com/office/drawing/2014/main" id="{5598E5B7-106B-E051-8778-6082F14C0767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6" name="Google Shape;1336;p37">
              <a:extLst>
                <a:ext uri="{FF2B5EF4-FFF2-40B4-BE49-F238E27FC236}">
                  <a16:creationId xmlns:a16="http://schemas.microsoft.com/office/drawing/2014/main" id="{9BD84A9F-3D56-F09F-662D-31C9B887BDB2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7" name="Google Shape;1337;p37">
              <a:extLst>
                <a:ext uri="{FF2B5EF4-FFF2-40B4-BE49-F238E27FC236}">
                  <a16:creationId xmlns:a16="http://schemas.microsoft.com/office/drawing/2014/main" id="{E9143082-A146-4C82-5B61-05D9FE312836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8" name="Google Shape;1338;p37">
              <a:extLst>
                <a:ext uri="{FF2B5EF4-FFF2-40B4-BE49-F238E27FC236}">
                  <a16:creationId xmlns:a16="http://schemas.microsoft.com/office/drawing/2014/main" id="{B0FF5AC8-56E6-F579-18DE-51B49D28EB55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39" name="Google Shape;1339;p37">
              <a:extLst>
                <a:ext uri="{FF2B5EF4-FFF2-40B4-BE49-F238E27FC236}">
                  <a16:creationId xmlns:a16="http://schemas.microsoft.com/office/drawing/2014/main" id="{F70E8104-8B96-3425-E78A-045C5D00F007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0" name="Google Shape;1340;p37">
              <a:extLst>
                <a:ext uri="{FF2B5EF4-FFF2-40B4-BE49-F238E27FC236}">
                  <a16:creationId xmlns:a16="http://schemas.microsoft.com/office/drawing/2014/main" id="{9DB9EFD3-C8D5-76FE-0414-A56CC31BA70E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1" name="Google Shape;1341;p37">
              <a:extLst>
                <a:ext uri="{FF2B5EF4-FFF2-40B4-BE49-F238E27FC236}">
                  <a16:creationId xmlns:a16="http://schemas.microsoft.com/office/drawing/2014/main" id="{6C6E0743-2393-3D1E-450C-E964BBE62947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2" name="Google Shape;1342;p37">
              <a:extLst>
                <a:ext uri="{FF2B5EF4-FFF2-40B4-BE49-F238E27FC236}">
                  <a16:creationId xmlns:a16="http://schemas.microsoft.com/office/drawing/2014/main" id="{F3A561BB-204A-5B43-5090-B136F6F06D20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3" name="Google Shape;1343;p37">
              <a:extLst>
                <a:ext uri="{FF2B5EF4-FFF2-40B4-BE49-F238E27FC236}">
                  <a16:creationId xmlns:a16="http://schemas.microsoft.com/office/drawing/2014/main" id="{6D7ED1BF-57D1-C9E2-E18F-687F22ED8918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4" name="Google Shape;1344;p37">
              <a:extLst>
                <a:ext uri="{FF2B5EF4-FFF2-40B4-BE49-F238E27FC236}">
                  <a16:creationId xmlns:a16="http://schemas.microsoft.com/office/drawing/2014/main" id="{25A492AC-0C6A-C559-0E17-B7B844C7A229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5" name="Google Shape;1345;p37">
              <a:extLst>
                <a:ext uri="{FF2B5EF4-FFF2-40B4-BE49-F238E27FC236}">
                  <a16:creationId xmlns:a16="http://schemas.microsoft.com/office/drawing/2014/main" id="{51F21100-4AD6-B781-9B0E-B429A27E4A05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46" name="Google Shape;1346;p37">
              <a:extLst>
                <a:ext uri="{FF2B5EF4-FFF2-40B4-BE49-F238E27FC236}">
                  <a16:creationId xmlns:a16="http://schemas.microsoft.com/office/drawing/2014/main" id="{9E83D49F-7BFF-0908-AF00-63568A80EF9D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pic>
        <p:nvPicPr>
          <p:cNvPr id="1347" name="Google Shape;1347;p37">
            <a:extLst>
              <a:ext uri="{FF2B5EF4-FFF2-40B4-BE49-F238E27FC236}">
                <a16:creationId xmlns:a16="http://schemas.microsoft.com/office/drawing/2014/main" id="{D56E7BB4-09BD-C4C1-26E0-5C38F736DC87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8959" t="12546" r="12546" b="12546"/>
          <a:stretch/>
        </p:blipFill>
        <p:spPr>
          <a:xfrm rot="10800000">
            <a:off x="6925131" y="4957027"/>
            <a:ext cx="968868" cy="795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8" name="Google Shape;1348;p37">
            <a:extLst>
              <a:ext uri="{FF2B5EF4-FFF2-40B4-BE49-F238E27FC236}">
                <a16:creationId xmlns:a16="http://schemas.microsoft.com/office/drawing/2014/main" id="{7A0A1958-8748-774A-A1F8-4D2A80FFBAE2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7501" t="14406" r="9607" b="8266"/>
          <a:stretch/>
        </p:blipFill>
        <p:spPr>
          <a:xfrm>
            <a:off x="6925130" y="802518"/>
            <a:ext cx="911669" cy="112445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9" name="Google Shape;1349;p37">
            <a:extLst>
              <a:ext uri="{FF2B5EF4-FFF2-40B4-BE49-F238E27FC236}">
                <a16:creationId xmlns:a16="http://schemas.microsoft.com/office/drawing/2014/main" id="{1C3AEC12-1AA1-DADA-9112-6135DAA79D78}"/>
              </a:ext>
            </a:extLst>
          </p:cNvPr>
          <p:cNvGrpSpPr/>
          <p:nvPr/>
        </p:nvGrpSpPr>
        <p:grpSpPr>
          <a:xfrm>
            <a:off x="9622375" y="825534"/>
            <a:ext cx="1615483" cy="584068"/>
            <a:chOff x="175552" y="1101686"/>
            <a:chExt cx="520944" cy="188336"/>
          </a:xfrm>
        </p:grpSpPr>
        <p:sp>
          <p:nvSpPr>
            <p:cNvPr id="1350" name="Google Shape;1350;p37">
              <a:extLst>
                <a:ext uri="{FF2B5EF4-FFF2-40B4-BE49-F238E27FC236}">
                  <a16:creationId xmlns:a16="http://schemas.microsoft.com/office/drawing/2014/main" id="{17D21986-0692-592F-B5EB-728C6F6C14EB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1" name="Google Shape;1351;p37">
              <a:extLst>
                <a:ext uri="{FF2B5EF4-FFF2-40B4-BE49-F238E27FC236}">
                  <a16:creationId xmlns:a16="http://schemas.microsoft.com/office/drawing/2014/main" id="{CE6FACE5-364F-FF62-89ED-996DA747C259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2" name="Google Shape;1352;p37">
              <a:extLst>
                <a:ext uri="{FF2B5EF4-FFF2-40B4-BE49-F238E27FC236}">
                  <a16:creationId xmlns:a16="http://schemas.microsoft.com/office/drawing/2014/main" id="{4730A5A0-1FD3-CF47-E0E2-7EEA71F0D22E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3" name="Google Shape;1353;p37">
              <a:extLst>
                <a:ext uri="{FF2B5EF4-FFF2-40B4-BE49-F238E27FC236}">
                  <a16:creationId xmlns:a16="http://schemas.microsoft.com/office/drawing/2014/main" id="{5FF97518-90E4-4335-8411-BF508E5A4678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4" name="Google Shape;1354;p37">
              <a:extLst>
                <a:ext uri="{FF2B5EF4-FFF2-40B4-BE49-F238E27FC236}">
                  <a16:creationId xmlns:a16="http://schemas.microsoft.com/office/drawing/2014/main" id="{A182AECA-C48A-ED31-FE7F-753DE603DA91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5" name="Google Shape;1355;p37">
              <a:extLst>
                <a:ext uri="{FF2B5EF4-FFF2-40B4-BE49-F238E27FC236}">
                  <a16:creationId xmlns:a16="http://schemas.microsoft.com/office/drawing/2014/main" id="{0A22A406-4532-E1B9-DEB4-8F19AFF1D664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6" name="Google Shape;1356;p37">
              <a:extLst>
                <a:ext uri="{FF2B5EF4-FFF2-40B4-BE49-F238E27FC236}">
                  <a16:creationId xmlns:a16="http://schemas.microsoft.com/office/drawing/2014/main" id="{431F1F20-B2BF-190A-47F5-8B22EBF8EC0C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7" name="Google Shape;1357;p37">
              <a:extLst>
                <a:ext uri="{FF2B5EF4-FFF2-40B4-BE49-F238E27FC236}">
                  <a16:creationId xmlns:a16="http://schemas.microsoft.com/office/drawing/2014/main" id="{5CBC5F31-57A5-943E-951C-50E3A0C6A2BF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8" name="Google Shape;1358;p37">
              <a:extLst>
                <a:ext uri="{FF2B5EF4-FFF2-40B4-BE49-F238E27FC236}">
                  <a16:creationId xmlns:a16="http://schemas.microsoft.com/office/drawing/2014/main" id="{816DA7CA-3CAC-FFF1-5F5C-2183E7C62425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59" name="Google Shape;1359;p37">
              <a:extLst>
                <a:ext uri="{FF2B5EF4-FFF2-40B4-BE49-F238E27FC236}">
                  <a16:creationId xmlns:a16="http://schemas.microsoft.com/office/drawing/2014/main" id="{05B4E94D-9918-2E90-6ED2-4256CD0506DA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0" name="Google Shape;1360;p37">
              <a:extLst>
                <a:ext uri="{FF2B5EF4-FFF2-40B4-BE49-F238E27FC236}">
                  <a16:creationId xmlns:a16="http://schemas.microsoft.com/office/drawing/2014/main" id="{0E83C283-8D5A-E17F-E401-D475FEDFA03B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1" name="Google Shape;1361;p37">
              <a:extLst>
                <a:ext uri="{FF2B5EF4-FFF2-40B4-BE49-F238E27FC236}">
                  <a16:creationId xmlns:a16="http://schemas.microsoft.com/office/drawing/2014/main" id="{5650D3C4-6B21-E018-D500-E70BFE5F5989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2" name="Google Shape;1362;p37">
              <a:extLst>
                <a:ext uri="{FF2B5EF4-FFF2-40B4-BE49-F238E27FC236}">
                  <a16:creationId xmlns:a16="http://schemas.microsoft.com/office/drawing/2014/main" id="{55B5B6C1-D84D-1A06-D599-DF57253EE737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3" name="Google Shape;1363;p37">
              <a:extLst>
                <a:ext uri="{FF2B5EF4-FFF2-40B4-BE49-F238E27FC236}">
                  <a16:creationId xmlns:a16="http://schemas.microsoft.com/office/drawing/2014/main" id="{70D75912-3B8F-3008-D0DC-438D6AEF2848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4" name="Google Shape;1364;p37">
              <a:extLst>
                <a:ext uri="{FF2B5EF4-FFF2-40B4-BE49-F238E27FC236}">
                  <a16:creationId xmlns:a16="http://schemas.microsoft.com/office/drawing/2014/main" id="{E02418AB-F444-2030-CC9B-C741913121A3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5" name="Google Shape;1365;p37">
              <a:extLst>
                <a:ext uri="{FF2B5EF4-FFF2-40B4-BE49-F238E27FC236}">
                  <a16:creationId xmlns:a16="http://schemas.microsoft.com/office/drawing/2014/main" id="{18512AE0-57B0-CCEF-58FE-498A53796FD1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6" name="Google Shape;1366;p37">
              <a:extLst>
                <a:ext uri="{FF2B5EF4-FFF2-40B4-BE49-F238E27FC236}">
                  <a16:creationId xmlns:a16="http://schemas.microsoft.com/office/drawing/2014/main" id="{54BB34AE-7FEA-A1D0-97E4-EB8B3537239A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7" name="Google Shape;1367;p37">
              <a:extLst>
                <a:ext uri="{FF2B5EF4-FFF2-40B4-BE49-F238E27FC236}">
                  <a16:creationId xmlns:a16="http://schemas.microsoft.com/office/drawing/2014/main" id="{AEF5711D-8302-D7F5-4DCD-26141818C171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8" name="Google Shape;1368;p37">
              <a:extLst>
                <a:ext uri="{FF2B5EF4-FFF2-40B4-BE49-F238E27FC236}">
                  <a16:creationId xmlns:a16="http://schemas.microsoft.com/office/drawing/2014/main" id="{69C0AFBF-9138-F6A3-1DBC-35DA1CF7A10B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69" name="Google Shape;1369;p37">
              <a:extLst>
                <a:ext uri="{FF2B5EF4-FFF2-40B4-BE49-F238E27FC236}">
                  <a16:creationId xmlns:a16="http://schemas.microsoft.com/office/drawing/2014/main" id="{8A7C5AC2-B59C-50C2-6889-1D8A2FEB1695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70" name="Google Shape;1370;p37">
              <a:extLst>
                <a:ext uri="{FF2B5EF4-FFF2-40B4-BE49-F238E27FC236}">
                  <a16:creationId xmlns:a16="http://schemas.microsoft.com/office/drawing/2014/main" id="{B94718C2-9213-5988-B965-45D991A59DAD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71" name="Google Shape;1371;p37">
              <a:extLst>
                <a:ext uri="{FF2B5EF4-FFF2-40B4-BE49-F238E27FC236}">
                  <a16:creationId xmlns:a16="http://schemas.microsoft.com/office/drawing/2014/main" id="{24383A85-46F6-B9F8-B583-18CB154581CE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72" name="Google Shape;1372;p37">
              <a:extLst>
                <a:ext uri="{FF2B5EF4-FFF2-40B4-BE49-F238E27FC236}">
                  <a16:creationId xmlns:a16="http://schemas.microsoft.com/office/drawing/2014/main" id="{B660C6FC-0E21-D9B2-C24E-11610055D63B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73" name="Google Shape;1373;p37">
              <a:extLst>
                <a:ext uri="{FF2B5EF4-FFF2-40B4-BE49-F238E27FC236}">
                  <a16:creationId xmlns:a16="http://schemas.microsoft.com/office/drawing/2014/main" id="{5D1803BE-D448-6F93-5EEE-D7CFD1F10D09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90948746-5E86-78EC-715F-9C0B33B5BA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 rot="19638312">
            <a:off x="7192290" y="2413755"/>
            <a:ext cx="1060078" cy="1060078"/>
          </a:xfrm>
          <a:prstGeom prst="rect">
            <a:avLst/>
          </a:prstGeom>
        </p:spPr>
      </p:pic>
      <p:pic>
        <p:nvPicPr>
          <p:cNvPr id="7" name="Picture 6" descr="Claude | LinkedIn">
            <a:extLst>
              <a:ext uri="{FF2B5EF4-FFF2-40B4-BE49-F238E27FC236}">
                <a16:creationId xmlns:a16="http://schemas.microsoft.com/office/drawing/2014/main" id="{831F028C-A237-60A5-8628-62F06C1ED92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048693">
            <a:off x="8494608" y="1376501"/>
            <a:ext cx="1093569" cy="109356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036F45-8045-6EE7-A5DE-4C9A9380503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0352051">
            <a:off x="9809735" y="1696708"/>
            <a:ext cx="1552121" cy="155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7521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>
          <a:extLst>
            <a:ext uri="{FF2B5EF4-FFF2-40B4-BE49-F238E27FC236}">
              <a16:creationId xmlns:a16="http://schemas.microsoft.com/office/drawing/2014/main" id="{B0396B7A-9C16-4C61-3D5B-24BF87C33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 descr="Consulting: Supercharge Your Research with Hugging Face's Toolkit | D-Lab">
            <a:extLst>
              <a:ext uri="{FF2B5EF4-FFF2-40B4-BE49-F238E27FC236}">
                <a16:creationId xmlns:a16="http://schemas.microsoft.com/office/drawing/2014/main" id="{CBDDA157-6594-5C08-4718-5F19AFEFBDE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 rot="1024432">
            <a:off x="8707398" y="1298147"/>
            <a:ext cx="3055202" cy="30552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B941BF0-E0EB-2A0C-1AEF-4344DF3B74D5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rot="13557255">
            <a:off x="10834659" y="-1466661"/>
            <a:ext cx="3897328" cy="3897328"/>
          </a:xfrm>
          <a:prstGeom prst="rect">
            <a:avLst/>
          </a:prstGeom>
        </p:spPr>
      </p:pic>
      <p:sp>
        <p:nvSpPr>
          <p:cNvPr id="1379" name="Google Shape;1379;p38">
            <a:extLst>
              <a:ext uri="{FF2B5EF4-FFF2-40B4-BE49-F238E27FC236}">
                <a16:creationId xmlns:a16="http://schemas.microsoft.com/office/drawing/2014/main" id="{C71EC441-9455-518B-990A-D06DB3F48C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0272000" cy="91052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lnSpc>
                <a:spcPct val="92000"/>
              </a:lnSpc>
            </a:pPr>
            <a:r>
              <a:rPr lang="en-US" sz="3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How Does GenAI Generate Code?</a:t>
            </a:r>
            <a:br>
              <a:rPr lang="en-US" sz="3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</a:br>
            <a:r>
              <a:rPr lang="en-US" sz="1600" dirty="0">
                <a:solidFill>
                  <a:srgbClr val="1B1B27"/>
                </a:solidFill>
                <a:latin typeface="Corben" pitchFamily="34" charset="0"/>
                <a:ea typeface="Corben" pitchFamily="34" charset="-122"/>
                <a:cs typeface="Corben" pitchFamily="34" charset="-120"/>
              </a:rPr>
              <a:t>ML Behind Code Generation</a:t>
            </a:r>
            <a:endParaRPr lang="en-US" sz="3600" dirty="0"/>
          </a:p>
        </p:txBody>
      </p:sp>
      <p:sp>
        <p:nvSpPr>
          <p:cNvPr id="1380" name="Google Shape;1380;p38">
            <a:extLst>
              <a:ext uri="{FF2B5EF4-FFF2-40B4-BE49-F238E27FC236}">
                <a16:creationId xmlns:a16="http://schemas.microsoft.com/office/drawing/2014/main" id="{83EC26E9-C004-3951-D39D-B106CE8B48E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469805" y="2346326"/>
            <a:ext cx="4952561" cy="318672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Prompt</a:t>
            </a:r>
          </a:p>
          <a:p>
            <a:pPr marL="285750" indent="-2857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Tokenization</a:t>
            </a:r>
          </a:p>
          <a:p>
            <a:pPr marL="285750" indent="-2857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Transformer / LLM</a:t>
            </a:r>
          </a:p>
          <a:p>
            <a:pPr marL="285750" indent="-2857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Prediction</a:t>
            </a:r>
          </a:p>
          <a:p>
            <a:pPr marL="285750" indent="-285750" algn="l"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Generated Code</a:t>
            </a:r>
          </a:p>
          <a:p>
            <a:pPr marL="285750" indent="-285750" algn="l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Key Idea: The LLM generates code by predicting tokens based on learned patterns and context.</a:t>
            </a:r>
          </a:p>
        </p:txBody>
      </p:sp>
      <p:sp>
        <p:nvSpPr>
          <p:cNvPr id="1381" name="Google Shape;1381;p38">
            <a:extLst>
              <a:ext uri="{FF2B5EF4-FFF2-40B4-BE49-F238E27FC236}">
                <a16:creationId xmlns:a16="http://schemas.microsoft.com/office/drawing/2014/main" id="{66FD775B-003F-44DD-E7A1-B4CA9F88AA77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73594" y="1870465"/>
            <a:ext cx="4370531" cy="384003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lnSpc>
                <a:spcPct val="117000"/>
              </a:lnSpc>
              <a:spcAft>
                <a:spcPts val="1200"/>
              </a:spcAft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Large Language Models are trained on large amounts of text and programming code.</a:t>
            </a:r>
          </a:p>
          <a:p>
            <a:pPr marL="0" indent="0">
              <a:lnSpc>
                <a:spcPct val="117000"/>
              </a:lnSpc>
              <a:spcAft>
                <a:spcPts val="1200"/>
              </a:spcAft>
            </a:pP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</a:rPr>
              <a:t>Example </a:t>
            </a:r>
            <a:r>
              <a:rPr lang="en-US" sz="1600" dirty="0">
                <a:solidFill>
                  <a:srgbClr val="404155"/>
                </a:solidFill>
                <a:latin typeface="Barlow" panose="00000500000000000000" pitchFamily="2" charset="0"/>
                <a:ea typeface="Nobile" pitchFamily="34" charset="-122"/>
                <a:cs typeface="Nobile" pitchFamily="34" charset="-120"/>
                <a:sym typeface="Wingdings" panose="05000000000000000000" pitchFamily="2" charset="2"/>
              </a:rPr>
              <a:t></a:t>
            </a:r>
          </a:p>
          <a:p>
            <a:pPr marL="0" indent="0">
              <a:lnSpc>
                <a:spcPct val="117000"/>
              </a:lnSpc>
              <a:spcAft>
                <a:spcPts val="1200"/>
              </a:spcAft>
            </a:pP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Prompt: Write a function to add two numbers. 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  <a:sym typeface="Wingdings" panose="05000000000000000000" pitchFamily="2" charset="2"/>
              </a:rPr>
              <a:t> 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LLM </a:t>
            </a:r>
            <a:r>
              <a:rPr lang="en-US" sz="1600" dirty="0">
                <a:solidFill>
                  <a:srgbClr val="404155"/>
                </a:solidFill>
                <a:latin typeface="Nobile" pitchFamily="34" charset="0"/>
                <a:ea typeface="Nobile" pitchFamily="34" charset="-122"/>
                <a:cs typeface="Nobile" pitchFamily="34" charset="-120"/>
                <a:sym typeface="Wingdings" panose="05000000000000000000" pitchFamily="2" charset="2"/>
              </a:rPr>
              <a:t></a:t>
            </a:r>
          </a:p>
          <a:p>
            <a:pPr marL="0" indent="0">
              <a:lnSpc>
                <a:spcPct val="117000"/>
              </a:lnSpc>
              <a:spcAft>
                <a:spcPts val="1200"/>
              </a:spcAft>
            </a:pPr>
            <a:endParaRPr lang="en-US" sz="1600" dirty="0"/>
          </a:p>
        </p:txBody>
      </p:sp>
      <p:sp>
        <p:nvSpPr>
          <p:cNvPr id="1382" name="Google Shape;1382;p38">
            <a:extLst>
              <a:ext uri="{FF2B5EF4-FFF2-40B4-BE49-F238E27FC236}">
                <a16:creationId xmlns:a16="http://schemas.microsoft.com/office/drawing/2014/main" id="{3AC4FF61-1F6A-7BFA-308C-D80C5A65D318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469798" y="1822452"/>
            <a:ext cx="6794057" cy="711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l"/>
            <a:r>
              <a:rPr lang="en-IN" sz="2600" b="1" dirty="0"/>
              <a:t>Simplified Process</a:t>
            </a:r>
          </a:p>
        </p:txBody>
      </p:sp>
      <p:grpSp>
        <p:nvGrpSpPr>
          <p:cNvPr id="1384" name="Google Shape;1384;p38">
            <a:extLst>
              <a:ext uri="{FF2B5EF4-FFF2-40B4-BE49-F238E27FC236}">
                <a16:creationId xmlns:a16="http://schemas.microsoft.com/office/drawing/2014/main" id="{29AE6F0D-2EE1-C2E4-E119-7AEABBB9BD66}"/>
              </a:ext>
            </a:extLst>
          </p:cNvPr>
          <p:cNvGrpSpPr/>
          <p:nvPr/>
        </p:nvGrpSpPr>
        <p:grpSpPr>
          <a:xfrm>
            <a:off x="374792" y="5932859"/>
            <a:ext cx="1615483" cy="584068"/>
            <a:chOff x="175552" y="1101686"/>
            <a:chExt cx="520944" cy="188336"/>
          </a:xfrm>
        </p:grpSpPr>
        <p:sp>
          <p:nvSpPr>
            <p:cNvPr id="1385" name="Google Shape;1385;p38">
              <a:extLst>
                <a:ext uri="{FF2B5EF4-FFF2-40B4-BE49-F238E27FC236}">
                  <a16:creationId xmlns:a16="http://schemas.microsoft.com/office/drawing/2014/main" id="{C8CFEECC-2D5D-5966-3556-A665C8169337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6" name="Google Shape;1386;p38">
              <a:extLst>
                <a:ext uri="{FF2B5EF4-FFF2-40B4-BE49-F238E27FC236}">
                  <a16:creationId xmlns:a16="http://schemas.microsoft.com/office/drawing/2014/main" id="{4A86E313-744C-5A8A-C1D4-85666C9ABE93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7" name="Google Shape;1387;p38">
              <a:extLst>
                <a:ext uri="{FF2B5EF4-FFF2-40B4-BE49-F238E27FC236}">
                  <a16:creationId xmlns:a16="http://schemas.microsoft.com/office/drawing/2014/main" id="{7E537A4C-0CAA-710D-8D77-7B2ED9D79660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8" name="Google Shape;1388;p38">
              <a:extLst>
                <a:ext uri="{FF2B5EF4-FFF2-40B4-BE49-F238E27FC236}">
                  <a16:creationId xmlns:a16="http://schemas.microsoft.com/office/drawing/2014/main" id="{8FEC32ED-778D-90F5-1483-D0AED379721E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9" name="Google Shape;1389;p38">
              <a:extLst>
                <a:ext uri="{FF2B5EF4-FFF2-40B4-BE49-F238E27FC236}">
                  <a16:creationId xmlns:a16="http://schemas.microsoft.com/office/drawing/2014/main" id="{8F884C70-7390-2DB5-D023-F093867EB1A6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0" name="Google Shape;1390;p38">
              <a:extLst>
                <a:ext uri="{FF2B5EF4-FFF2-40B4-BE49-F238E27FC236}">
                  <a16:creationId xmlns:a16="http://schemas.microsoft.com/office/drawing/2014/main" id="{EA78DCC9-C8BB-D1AE-CC9C-D633C7D64DC3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1" name="Google Shape;1391;p38">
              <a:extLst>
                <a:ext uri="{FF2B5EF4-FFF2-40B4-BE49-F238E27FC236}">
                  <a16:creationId xmlns:a16="http://schemas.microsoft.com/office/drawing/2014/main" id="{0A0BEEC0-38D1-4A29-17DB-F2A923F9A0C7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2" name="Google Shape;1392;p38">
              <a:extLst>
                <a:ext uri="{FF2B5EF4-FFF2-40B4-BE49-F238E27FC236}">
                  <a16:creationId xmlns:a16="http://schemas.microsoft.com/office/drawing/2014/main" id="{940413B6-EB4D-7747-7448-1EB90B84E9E6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3" name="Google Shape;1393;p38">
              <a:extLst>
                <a:ext uri="{FF2B5EF4-FFF2-40B4-BE49-F238E27FC236}">
                  <a16:creationId xmlns:a16="http://schemas.microsoft.com/office/drawing/2014/main" id="{3E3B00AD-6BAD-4712-1655-8DCFB4B87A13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 dirty="0"/>
            </a:p>
          </p:txBody>
        </p:sp>
        <p:sp>
          <p:nvSpPr>
            <p:cNvPr id="1394" name="Google Shape;1394;p38">
              <a:extLst>
                <a:ext uri="{FF2B5EF4-FFF2-40B4-BE49-F238E27FC236}">
                  <a16:creationId xmlns:a16="http://schemas.microsoft.com/office/drawing/2014/main" id="{978D2626-5257-7B99-23E6-A9D418BFB3FF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5" name="Google Shape;1395;p38">
              <a:extLst>
                <a:ext uri="{FF2B5EF4-FFF2-40B4-BE49-F238E27FC236}">
                  <a16:creationId xmlns:a16="http://schemas.microsoft.com/office/drawing/2014/main" id="{23AFC35A-AE05-5E07-F54B-C74DC4A03A12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6" name="Google Shape;1396;p38">
              <a:extLst>
                <a:ext uri="{FF2B5EF4-FFF2-40B4-BE49-F238E27FC236}">
                  <a16:creationId xmlns:a16="http://schemas.microsoft.com/office/drawing/2014/main" id="{A2C69F62-0B28-08CA-47EE-5F6E92F6A09A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7" name="Google Shape;1397;p38">
              <a:extLst>
                <a:ext uri="{FF2B5EF4-FFF2-40B4-BE49-F238E27FC236}">
                  <a16:creationId xmlns:a16="http://schemas.microsoft.com/office/drawing/2014/main" id="{86339351-0319-66ED-66FB-EB3803662BC3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8" name="Google Shape;1398;p38">
              <a:extLst>
                <a:ext uri="{FF2B5EF4-FFF2-40B4-BE49-F238E27FC236}">
                  <a16:creationId xmlns:a16="http://schemas.microsoft.com/office/drawing/2014/main" id="{340E38B1-8AD4-5A02-89A0-714B7BB3649A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9" name="Google Shape;1399;p38">
              <a:extLst>
                <a:ext uri="{FF2B5EF4-FFF2-40B4-BE49-F238E27FC236}">
                  <a16:creationId xmlns:a16="http://schemas.microsoft.com/office/drawing/2014/main" id="{328B1DB5-74F1-CFD0-721D-D986E9BE475C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0" name="Google Shape;1400;p38">
              <a:extLst>
                <a:ext uri="{FF2B5EF4-FFF2-40B4-BE49-F238E27FC236}">
                  <a16:creationId xmlns:a16="http://schemas.microsoft.com/office/drawing/2014/main" id="{6BB3D71E-B246-0643-32B3-EEFAE66BCF3D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1" name="Google Shape;1401;p38">
              <a:extLst>
                <a:ext uri="{FF2B5EF4-FFF2-40B4-BE49-F238E27FC236}">
                  <a16:creationId xmlns:a16="http://schemas.microsoft.com/office/drawing/2014/main" id="{CFC81936-9D06-D6D2-6D00-09EB0BC715B9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2" name="Google Shape;1402;p38">
              <a:extLst>
                <a:ext uri="{FF2B5EF4-FFF2-40B4-BE49-F238E27FC236}">
                  <a16:creationId xmlns:a16="http://schemas.microsoft.com/office/drawing/2014/main" id="{6DF87F39-AD05-8D42-D798-716512D58981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3" name="Google Shape;1403;p38">
              <a:extLst>
                <a:ext uri="{FF2B5EF4-FFF2-40B4-BE49-F238E27FC236}">
                  <a16:creationId xmlns:a16="http://schemas.microsoft.com/office/drawing/2014/main" id="{40D9FF5B-1EFD-57C7-4148-80A288FE16C1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4" name="Google Shape;1404;p38">
              <a:extLst>
                <a:ext uri="{FF2B5EF4-FFF2-40B4-BE49-F238E27FC236}">
                  <a16:creationId xmlns:a16="http://schemas.microsoft.com/office/drawing/2014/main" id="{281251BE-F0EC-49FD-7CE4-1EA1D35B19E6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5" name="Google Shape;1405;p38">
              <a:extLst>
                <a:ext uri="{FF2B5EF4-FFF2-40B4-BE49-F238E27FC236}">
                  <a16:creationId xmlns:a16="http://schemas.microsoft.com/office/drawing/2014/main" id="{F033159A-5B3A-D641-4F92-7088A26BAD90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6" name="Google Shape;1406;p38">
              <a:extLst>
                <a:ext uri="{FF2B5EF4-FFF2-40B4-BE49-F238E27FC236}">
                  <a16:creationId xmlns:a16="http://schemas.microsoft.com/office/drawing/2014/main" id="{6A784288-F1F7-B0DC-3F47-913B5C4FC8B2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7" name="Google Shape;1407;p38">
              <a:extLst>
                <a:ext uri="{FF2B5EF4-FFF2-40B4-BE49-F238E27FC236}">
                  <a16:creationId xmlns:a16="http://schemas.microsoft.com/office/drawing/2014/main" id="{C36B05D2-676C-7252-E3F1-BC3A4C798D53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8" name="Google Shape;1408;p38">
              <a:extLst>
                <a:ext uri="{FF2B5EF4-FFF2-40B4-BE49-F238E27FC236}">
                  <a16:creationId xmlns:a16="http://schemas.microsoft.com/office/drawing/2014/main" id="{A5E1C5F7-6D24-4292-2B35-CE197568200C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409" name="Google Shape;1409;p38">
            <a:extLst>
              <a:ext uri="{FF2B5EF4-FFF2-40B4-BE49-F238E27FC236}">
                <a16:creationId xmlns:a16="http://schemas.microsoft.com/office/drawing/2014/main" id="{2C8A25AE-82B5-53EE-63B1-F7F0ED14EA1B}"/>
              </a:ext>
            </a:extLst>
          </p:cNvPr>
          <p:cNvSpPr/>
          <p:nvPr/>
        </p:nvSpPr>
        <p:spPr>
          <a:xfrm rot="1771310">
            <a:off x="4197634" y="5863017"/>
            <a:ext cx="466583" cy="466416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FFFFFF">
              <a:alpha val="452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1410" name="Google Shape;1410;p38">
            <a:extLst>
              <a:ext uri="{FF2B5EF4-FFF2-40B4-BE49-F238E27FC236}">
                <a16:creationId xmlns:a16="http://schemas.microsoft.com/office/drawing/2014/main" id="{1964F184-34A8-7BF5-0A72-CB7050C8211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28959" t="12546" r="12546" b="12546"/>
          <a:stretch/>
        </p:blipFill>
        <p:spPr>
          <a:xfrm rot="10800000">
            <a:off x="11232000" y="3758760"/>
            <a:ext cx="968868" cy="795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1" name="Google Shape;1411;p38">
            <a:extLst>
              <a:ext uri="{FF2B5EF4-FFF2-40B4-BE49-F238E27FC236}">
                <a16:creationId xmlns:a16="http://schemas.microsoft.com/office/drawing/2014/main" id="{76F7DF1E-0F0E-08D0-2F63-6D3A8FADE09F}"/>
              </a:ext>
            </a:extLst>
          </p:cNvPr>
          <p:cNvGrpSpPr/>
          <p:nvPr/>
        </p:nvGrpSpPr>
        <p:grpSpPr>
          <a:xfrm>
            <a:off x="10027877" y="507632"/>
            <a:ext cx="1615483" cy="584068"/>
            <a:chOff x="175552" y="1101686"/>
            <a:chExt cx="520944" cy="188336"/>
          </a:xfrm>
        </p:grpSpPr>
        <p:sp>
          <p:nvSpPr>
            <p:cNvPr id="1412" name="Google Shape;1412;p38">
              <a:extLst>
                <a:ext uri="{FF2B5EF4-FFF2-40B4-BE49-F238E27FC236}">
                  <a16:creationId xmlns:a16="http://schemas.microsoft.com/office/drawing/2014/main" id="{E46F7103-948B-B988-A249-ECDD69289DC6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3" name="Google Shape;1413;p38">
              <a:extLst>
                <a:ext uri="{FF2B5EF4-FFF2-40B4-BE49-F238E27FC236}">
                  <a16:creationId xmlns:a16="http://schemas.microsoft.com/office/drawing/2014/main" id="{8A8493B1-4A9D-0ECE-F9D9-7644D85435B9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4" name="Google Shape;1414;p38">
              <a:extLst>
                <a:ext uri="{FF2B5EF4-FFF2-40B4-BE49-F238E27FC236}">
                  <a16:creationId xmlns:a16="http://schemas.microsoft.com/office/drawing/2014/main" id="{F598BC82-A392-9E83-168B-F375A67D39B3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5" name="Google Shape;1415;p38">
              <a:extLst>
                <a:ext uri="{FF2B5EF4-FFF2-40B4-BE49-F238E27FC236}">
                  <a16:creationId xmlns:a16="http://schemas.microsoft.com/office/drawing/2014/main" id="{1FE092E4-4C37-6F14-1BAC-6A081506BF55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6" name="Google Shape;1416;p38">
              <a:extLst>
                <a:ext uri="{FF2B5EF4-FFF2-40B4-BE49-F238E27FC236}">
                  <a16:creationId xmlns:a16="http://schemas.microsoft.com/office/drawing/2014/main" id="{CC02AD9A-AABA-0649-68A6-3D85156E716B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7" name="Google Shape;1417;p38">
              <a:extLst>
                <a:ext uri="{FF2B5EF4-FFF2-40B4-BE49-F238E27FC236}">
                  <a16:creationId xmlns:a16="http://schemas.microsoft.com/office/drawing/2014/main" id="{E1466EA4-C578-61AF-5E48-BE80845ABE0A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8" name="Google Shape;1418;p38">
              <a:extLst>
                <a:ext uri="{FF2B5EF4-FFF2-40B4-BE49-F238E27FC236}">
                  <a16:creationId xmlns:a16="http://schemas.microsoft.com/office/drawing/2014/main" id="{364F56ED-628C-9A59-805E-FC92145C5614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19" name="Google Shape;1419;p38">
              <a:extLst>
                <a:ext uri="{FF2B5EF4-FFF2-40B4-BE49-F238E27FC236}">
                  <a16:creationId xmlns:a16="http://schemas.microsoft.com/office/drawing/2014/main" id="{CE1E611D-7439-4593-D061-21D98D25DF07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0" name="Google Shape;1420;p38">
              <a:extLst>
                <a:ext uri="{FF2B5EF4-FFF2-40B4-BE49-F238E27FC236}">
                  <a16:creationId xmlns:a16="http://schemas.microsoft.com/office/drawing/2014/main" id="{21AEFA7B-EB3C-9A1A-014A-03FC247722E2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1" name="Google Shape;1421;p38">
              <a:extLst>
                <a:ext uri="{FF2B5EF4-FFF2-40B4-BE49-F238E27FC236}">
                  <a16:creationId xmlns:a16="http://schemas.microsoft.com/office/drawing/2014/main" id="{36E9A235-91E6-9DDD-BA7B-472A84AD9784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2" name="Google Shape;1422;p38">
              <a:extLst>
                <a:ext uri="{FF2B5EF4-FFF2-40B4-BE49-F238E27FC236}">
                  <a16:creationId xmlns:a16="http://schemas.microsoft.com/office/drawing/2014/main" id="{EB88905A-91C8-127B-D1C8-4222C23E8715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3" name="Google Shape;1423;p38">
              <a:extLst>
                <a:ext uri="{FF2B5EF4-FFF2-40B4-BE49-F238E27FC236}">
                  <a16:creationId xmlns:a16="http://schemas.microsoft.com/office/drawing/2014/main" id="{F759C6FF-77ED-3C8F-D840-45D8B7FD1FB8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4" name="Google Shape;1424;p38">
              <a:extLst>
                <a:ext uri="{FF2B5EF4-FFF2-40B4-BE49-F238E27FC236}">
                  <a16:creationId xmlns:a16="http://schemas.microsoft.com/office/drawing/2014/main" id="{11E4A301-4CF0-B70B-0583-D451B4FC0D75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5" name="Google Shape;1425;p38">
              <a:extLst>
                <a:ext uri="{FF2B5EF4-FFF2-40B4-BE49-F238E27FC236}">
                  <a16:creationId xmlns:a16="http://schemas.microsoft.com/office/drawing/2014/main" id="{FB4EF4AE-5DC2-84D1-6B5B-2980DB8E3763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6" name="Google Shape;1426;p38">
              <a:extLst>
                <a:ext uri="{FF2B5EF4-FFF2-40B4-BE49-F238E27FC236}">
                  <a16:creationId xmlns:a16="http://schemas.microsoft.com/office/drawing/2014/main" id="{A1951DC0-2EDD-3392-C228-FD1FB45F4CAF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7" name="Google Shape;1427;p38">
              <a:extLst>
                <a:ext uri="{FF2B5EF4-FFF2-40B4-BE49-F238E27FC236}">
                  <a16:creationId xmlns:a16="http://schemas.microsoft.com/office/drawing/2014/main" id="{3EAB4781-CC62-74B5-AF3E-1012905DBD85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8" name="Google Shape;1428;p38">
              <a:extLst>
                <a:ext uri="{FF2B5EF4-FFF2-40B4-BE49-F238E27FC236}">
                  <a16:creationId xmlns:a16="http://schemas.microsoft.com/office/drawing/2014/main" id="{AE6D11D2-C8B5-4397-BDA8-EF44DCFA5DDB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29" name="Google Shape;1429;p38">
              <a:extLst>
                <a:ext uri="{FF2B5EF4-FFF2-40B4-BE49-F238E27FC236}">
                  <a16:creationId xmlns:a16="http://schemas.microsoft.com/office/drawing/2014/main" id="{F10F0536-9A19-55D9-DF7B-7D32FBCBC505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0" name="Google Shape;1430;p38">
              <a:extLst>
                <a:ext uri="{FF2B5EF4-FFF2-40B4-BE49-F238E27FC236}">
                  <a16:creationId xmlns:a16="http://schemas.microsoft.com/office/drawing/2014/main" id="{E4215ED8-D93C-0053-0CBA-4B32170E7233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1" name="Google Shape;1431;p38">
              <a:extLst>
                <a:ext uri="{FF2B5EF4-FFF2-40B4-BE49-F238E27FC236}">
                  <a16:creationId xmlns:a16="http://schemas.microsoft.com/office/drawing/2014/main" id="{9F97FE76-0832-03C1-32DA-A59EE996168D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2" name="Google Shape;1432;p38">
              <a:extLst>
                <a:ext uri="{FF2B5EF4-FFF2-40B4-BE49-F238E27FC236}">
                  <a16:creationId xmlns:a16="http://schemas.microsoft.com/office/drawing/2014/main" id="{666CEF5B-DB20-2EF7-9BCD-11E2A45B1C9E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3" name="Google Shape;1433;p38">
              <a:extLst>
                <a:ext uri="{FF2B5EF4-FFF2-40B4-BE49-F238E27FC236}">
                  <a16:creationId xmlns:a16="http://schemas.microsoft.com/office/drawing/2014/main" id="{2ABC4926-7629-C9F1-2BF9-88A51BD3812C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4" name="Google Shape;1434;p38">
              <a:extLst>
                <a:ext uri="{FF2B5EF4-FFF2-40B4-BE49-F238E27FC236}">
                  <a16:creationId xmlns:a16="http://schemas.microsoft.com/office/drawing/2014/main" id="{3921672C-57E9-A25A-0882-8974BD46A059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35" name="Google Shape;1435;p38">
              <a:extLst>
                <a:ext uri="{FF2B5EF4-FFF2-40B4-BE49-F238E27FC236}">
                  <a16:creationId xmlns:a16="http://schemas.microsoft.com/office/drawing/2014/main" id="{22615736-3E85-8240-525F-21B7334709A9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9BDD24F-2701-3C96-DB5B-F1E664A8592D}"/>
              </a:ext>
            </a:extLst>
          </p:cNvPr>
          <p:cNvGrpSpPr/>
          <p:nvPr/>
        </p:nvGrpSpPr>
        <p:grpSpPr>
          <a:xfrm>
            <a:off x="5781471" y="1960437"/>
            <a:ext cx="661795" cy="573215"/>
            <a:chOff x="961197" y="3966583"/>
            <a:chExt cx="881600" cy="763600"/>
          </a:xfrm>
        </p:grpSpPr>
        <p:sp>
          <p:nvSpPr>
            <p:cNvPr id="1378" name="Google Shape;1378;p38">
              <a:extLst>
                <a:ext uri="{FF2B5EF4-FFF2-40B4-BE49-F238E27FC236}">
                  <a16:creationId xmlns:a16="http://schemas.microsoft.com/office/drawing/2014/main" id="{B86A2C89-A544-4ED9-DF94-6E399C40BCDE}"/>
                </a:ext>
              </a:extLst>
            </p:cNvPr>
            <p:cNvSpPr/>
            <p:nvPr/>
          </p:nvSpPr>
          <p:spPr>
            <a:xfrm>
              <a:off x="961197" y="3966583"/>
              <a:ext cx="881600" cy="763600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grpSp>
          <p:nvGrpSpPr>
            <p:cNvPr id="1436" name="Google Shape;1436;p38">
              <a:extLst>
                <a:ext uri="{FF2B5EF4-FFF2-40B4-BE49-F238E27FC236}">
                  <a16:creationId xmlns:a16="http://schemas.microsoft.com/office/drawing/2014/main" id="{0393561E-4F48-BCB3-BE13-F725C1460A8B}"/>
                </a:ext>
              </a:extLst>
            </p:cNvPr>
            <p:cNvGrpSpPr/>
            <p:nvPr/>
          </p:nvGrpSpPr>
          <p:grpSpPr>
            <a:xfrm>
              <a:off x="1169297" y="4115666"/>
              <a:ext cx="465400" cy="465433"/>
              <a:chOff x="7146300" y="3247475"/>
              <a:chExt cx="349050" cy="349075"/>
            </a:xfrm>
          </p:grpSpPr>
          <p:sp>
            <p:nvSpPr>
              <p:cNvPr id="1437" name="Google Shape;1437;p38">
                <a:extLst>
                  <a:ext uri="{FF2B5EF4-FFF2-40B4-BE49-F238E27FC236}">
                    <a16:creationId xmlns:a16="http://schemas.microsoft.com/office/drawing/2014/main" id="{D409695F-3797-EFCD-A16E-704F5CE080B6}"/>
                  </a:ext>
                </a:extLst>
              </p:cNvPr>
              <p:cNvSpPr/>
              <p:nvPr/>
            </p:nvSpPr>
            <p:spPr>
              <a:xfrm>
                <a:off x="7308500" y="3417450"/>
                <a:ext cx="24650" cy="24675"/>
              </a:xfrm>
              <a:custGeom>
                <a:avLst/>
                <a:gdLst/>
                <a:ahLst/>
                <a:cxnLst/>
                <a:rect l="l" t="t" r="r" b="b"/>
                <a:pathLst>
                  <a:path w="986" h="987" extrusionOk="0">
                    <a:moveTo>
                      <a:pt x="493" y="1"/>
                    </a:moveTo>
                    <a:cubicBezTo>
                      <a:pt x="222" y="1"/>
                      <a:pt x="0" y="221"/>
                      <a:pt x="0" y="494"/>
                    </a:cubicBezTo>
                    <a:cubicBezTo>
                      <a:pt x="0" y="765"/>
                      <a:pt x="222" y="986"/>
                      <a:pt x="493" y="986"/>
                    </a:cubicBezTo>
                    <a:cubicBezTo>
                      <a:pt x="766" y="986"/>
                      <a:pt x="986" y="765"/>
                      <a:pt x="986" y="494"/>
                    </a:cubicBezTo>
                    <a:cubicBezTo>
                      <a:pt x="986" y="222"/>
                      <a:pt x="766" y="1"/>
                      <a:pt x="4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38" name="Google Shape;1438;p38">
                <a:extLst>
                  <a:ext uri="{FF2B5EF4-FFF2-40B4-BE49-F238E27FC236}">
                    <a16:creationId xmlns:a16="http://schemas.microsoft.com/office/drawing/2014/main" id="{911A9EBC-6F3C-9BF0-25C4-5D439A0EAB85}"/>
                  </a:ext>
                </a:extLst>
              </p:cNvPr>
              <p:cNvSpPr/>
              <p:nvPr/>
            </p:nvSpPr>
            <p:spPr>
              <a:xfrm>
                <a:off x="7259150" y="3363400"/>
                <a:ext cx="123400" cy="132750"/>
              </a:xfrm>
              <a:custGeom>
                <a:avLst/>
                <a:gdLst/>
                <a:ahLst/>
                <a:cxnLst/>
                <a:rect l="l" t="t" r="r" b="b"/>
                <a:pathLst>
                  <a:path w="4936" h="5310" extrusionOk="0">
                    <a:moveTo>
                      <a:pt x="2467" y="1346"/>
                    </a:moveTo>
                    <a:cubicBezTo>
                      <a:pt x="3190" y="1346"/>
                      <a:pt x="3778" y="1933"/>
                      <a:pt x="3778" y="2656"/>
                    </a:cubicBezTo>
                    <a:cubicBezTo>
                      <a:pt x="3778" y="3378"/>
                      <a:pt x="3190" y="3965"/>
                      <a:pt x="2467" y="3965"/>
                    </a:cubicBezTo>
                    <a:cubicBezTo>
                      <a:pt x="1745" y="3965"/>
                      <a:pt x="1158" y="3378"/>
                      <a:pt x="1158" y="2656"/>
                    </a:cubicBezTo>
                    <a:cubicBezTo>
                      <a:pt x="1158" y="1933"/>
                      <a:pt x="1745" y="1346"/>
                      <a:pt x="2467" y="1346"/>
                    </a:cubicBezTo>
                    <a:close/>
                    <a:moveTo>
                      <a:pt x="2130" y="0"/>
                    </a:moveTo>
                    <a:lnTo>
                      <a:pt x="2004" y="533"/>
                    </a:lnTo>
                    <a:lnTo>
                      <a:pt x="1788" y="605"/>
                    </a:lnTo>
                    <a:cubicBezTo>
                      <a:pt x="1508" y="698"/>
                      <a:pt x="1254" y="845"/>
                      <a:pt x="1032" y="1042"/>
                    </a:cubicBezTo>
                    <a:lnTo>
                      <a:pt x="862" y="1194"/>
                    </a:lnTo>
                    <a:lnTo>
                      <a:pt x="338" y="1037"/>
                    </a:lnTo>
                    <a:lnTo>
                      <a:pt x="0" y="1621"/>
                    </a:lnTo>
                    <a:lnTo>
                      <a:pt x="399" y="1994"/>
                    </a:lnTo>
                    <a:lnTo>
                      <a:pt x="352" y="2219"/>
                    </a:lnTo>
                    <a:cubicBezTo>
                      <a:pt x="323" y="2361"/>
                      <a:pt x="308" y="2508"/>
                      <a:pt x="308" y="2656"/>
                    </a:cubicBezTo>
                    <a:cubicBezTo>
                      <a:pt x="308" y="2803"/>
                      <a:pt x="323" y="2950"/>
                      <a:pt x="352" y="3092"/>
                    </a:cubicBezTo>
                    <a:lnTo>
                      <a:pt x="399" y="3315"/>
                    </a:lnTo>
                    <a:lnTo>
                      <a:pt x="0" y="3691"/>
                    </a:lnTo>
                    <a:lnTo>
                      <a:pt x="338" y="4274"/>
                    </a:lnTo>
                    <a:lnTo>
                      <a:pt x="862" y="4117"/>
                    </a:lnTo>
                    <a:lnTo>
                      <a:pt x="1032" y="4269"/>
                    </a:lnTo>
                    <a:cubicBezTo>
                      <a:pt x="1254" y="4466"/>
                      <a:pt x="1508" y="4613"/>
                      <a:pt x="1788" y="4706"/>
                    </a:cubicBezTo>
                    <a:lnTo>
                      <a:pt x="2004" y="4777"/>
                    </a:lnTo>
                    <a:lnTo>
                      <a:pt x="2130" y="5309"/>
                    </a:lnTo>
                    <a:lnTo>
                      <a:pt x="2804" y="5309"/>
                    </a:lnTo>
                    <a:lnTo>
                      <a:pt x="2930" y="4777"/>
                    </a:lnTo>
                    <a:lnTo>
                      <a:pt x="3147" y="4706"/>
                    </a:lnTo>
                    <a:cubicBezTo>
                      <a:pt x="3428" y="4613"/>
                      <a:pt x="3681" y="4466"/>
                      <a:pt x="3902" y="4269"/>
                    </a:cubicBezTo>
                    <a:lnTo>
                      <a:pt x="4074" y="4117"/>
                    </a:lnTo>
                    <a:lnTo>
                      <a:pt x="4598" y="4274"/>
                    </a:lnTo>
                    <a:lnTo>
                      <a:pt x="4936" y="3691"/>
                    </a:lnTo>
                    <a:lnTo>
                      <a:pt x="4537" y="3315"/>
                    </a:lnTo>
                    <a:lnTo>
                      <a:pt x="4584" y="3092"/>
                    </a:lnTo>
                    <a:cubicBezTo>
                      <a:pt x="4612" y="2950"/>
                      <a:pt x="4627" y="2803"/>
                      <a:pt x="4627" y="2656"/>
                    </a:cubicBezTo>
                    <a:cubicBezTo>
                      <a:pt x="4627" y="2508"/>
                      <a:pt x="4613" y="2361"/>
                      <a:pt x="4584" y="2219"/>
                    </a:cubicBezTo>
                    <a:lnTo>
                      <a:pt x="4537" y="1994"/>
                    </a:lnTo>
                    <a:lnTo>
                      <a:pt x="4936" y="1621"/>
                    </a:lnTo>
                    <a:lnTo>
                      <a:pt x="4598" y="1035"/>
                    </a:lnTo>
                    <a:lnTo>
                      <a:pt x="4598" y="1037"/>
                    </a:lnTo>
                    <a:lnTo>
                      <a:pt x="4073" y="1194"/>
                    </a:lnTo>
                    <a:lnTo>
                      <a:pt x="3902" y="1042"/>
                    </a:lnTo>
                    <a:cubicBezTo>
                      <a:pt x="3681" y="845"/>
                      <a:pt x="3426" y="698"/>
                      <a:pt x="3147" y="605"/>
                    </a:cubicBezTo>
                    <a:lnTo>
                      <a:pt x="2930" y="533"/>
                    </a:lnTo>
                    <a:lnTo>
                      <a:pt x="28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39" name="Google Shape;1439;p38">
                <a:extLst>
                  <a:ext uri="{FF2B5EF4-FFF2-40B4-BE49-F238E27FC236}">
                    <a16:creationId xmlns:a16="http://schemas.microsoft.com/office/drawing/2014/main" id="{98726D02-2EB8-A88A-A54D-6B1822E0B1BE}"/>
                  </a:ext>
                </a:extLst>
              </p:cNvPr>
              <p:cNvSpPr/>
              <p:nvPr/>
            </p:nvSpPr>
            <p:spPr>
              <a:xfrm>
                <a:off x="7331075" y="3247475"/>
                <a:ext cx="164275" cy="349075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13963" extrusionOk="0">
                    <a:moveTo>
                      <a:pt x="5290" y="1"/>
                    </a:moveTo>
                    <a:cubicBezTo>
                      <a:pt x="4582" y="1"/>
                      <a:pt x="4008" y="576"/>
                      <a:pt x="4008" y="1284"/>
                    </a:cubicBezTo>
                    <a:cubicBezTo>
                      <a:pt x="4008" y="1846"/>
                      <a:pt x="4374" y="2326"/>
                      <a:pt x="4879" y="2498"/>
                    </a:cubicBezTo>
                    <a:lnTo>
                      <a:pt x="4879" y="3361"/>
                    </a:lnTo>
                    <a:lnTo>
                      <a:pt x="4221" y="3361"/>
                    </a:lnTo>
                    <a:lnTo>
                      <a:pt x="0" y="1145"/>
                    </a:lnTo>
                    <a:lnTo>
                      <a:pt x="0" y="3819"/>
                    </a:lnTo>
                    <a:lnTo>
                      <a:pt x="576" y="3819"/>
                    </a:lnTo>
                    <a:lnTo>
                      <a:pt x="748" y="4548"/>
                    </a:lnTo>
                    <a:cubicBezTo>
                      <a:pt x="976" y="4644"/>
                      <a:pt x="1191" y="4768"/>
                      <a:pt x="1389" y="4918"/>
                    </a:cubicBezTo>
                    <a:lnTo>
                      <a:pt x="2107" y="4703"/>
                    </a:lnTo>
                    <a:lnTo>
                      <a:pt x="3090" y="6408"/>
                    </a:lnTo>
                    <a:lnTo>
                      <a:pt x="2545" y="6922"/>
                    </a:lnTo>
                    <a:cubicBezTo>
                      <a:pt x="2561" y="7045"/>
                      <a:pt x="2568" y="7169"/>
                      <a:pt x="2568" y="7293"/>
                    </a:cubicBezTo>
                    <a:cubicBezTo>
                      <a:pt x="2568" y="7417"/>
                      <a:pt x="2560" y="7541"/>
                      <a:pt x="2545" y="7663"/>
                    </a:cubicBezTo>
                    <a:lnTo>
                      <a:pt x="3090" y="8175"/>
                    </a:lnTo>
                    <a:lnTo>
                      <a:pt x="2107" y="9882"/>
                    </a:lnTo>
                    <a:lnTo>
                      <a:pt x="1389" y="9665"/>
                    </a:lnTo>
                    <a:cubicBezTo>
                      <a:pt x="1191" y="9817"/>
                      <a:pt x="976" y="9941"/>
                      <a:pt x="748" y="10037"/>
                    </a:cubicBezTo>
                    <a:lnTo>
                      <a:pt x="576" y="10765"/>
                    </a:lnTo>
                    <a:lnTo>
                      <a:pt x="0" y="10765"/>
                    </a:lnTo>
                    <a:lnTo>
                      <a:pt x="0" y="13432"/>
                    </a:lnTo>
                    <a:cubicBezTo>
                      <a:pt x="1222" y="13071"/>
                      <a:pt x="2317" y="12334"/>
                      <a:pt x="3109" y="11332"/>
                    </a:cubicBezTo>
                    <a:cubicBezTo>
                      <a:pt x="3292" y="11100"/>
                      <a:pt x="3456" y="10857"/>
                      <a:pt x="3603" y="10604"/>
                    </a:cubicBezTo>
                    <a:lnTo>
                      <a:pt x="4881" y="10604"/>
                    </a:lnTo>
                    <a:lnTo>
                      <a:pt x="4881" y="11467"/>
                    </a:lnTo>
                    <a:cubicBezTo>
                      <a:pt x="4374" y="11638"/>
                      <a:pt x="4008" y="12117"/>
                      <a:pt x="4008" y="12681"/>
                    </a:cubicBezTo>
                    <a:cubicBezTo>
                      <a:pt x="4008" y="13389"/>
                      <a:pt x="4582" y="13962"/>
                      <a:pt x="5290" y="13962"/>
                    </a:cubicBezTo>
                    <a:cubicBezTo>
                      <a:pt x="5996" y="13962"/>
                      <a:pt x="6571" y="13389"/>
                      <a:pt x="6571" y="12681"/>
                    </a:cubicBezTo>
                    <a:cubicBezTo>
                      <a:pt x="6571" y="12117"/>
                      <a:pt x="6206" y="11638"/>
                      <a:pt x="5698" y="11467"/>
                    </a:cubicBezTo>
                    <a:lnTo>
                      <a:pt x="5698" y="9786"/>
                    </a:lnTo>
                    <a:lnTo>
                      <a:pt x="4000" y="9786"/>
                    </a:lnTo>
                    <a:cubicBezTo>
                      <a:pt x="4289" y="9062"/>
                      <a:pt x="4441" y="8281"/>
                      <a:pt x="4441" y="7496"/>
                    </a:cubicBezTo>
                    <a:lnTo>
                      <a:pt x="4441" y="7392"/>
                    </a:lnTo>
                    <a:lnTo>
                      <a:pt x="6163" y="7392"/>
                    </a:lnTo>
                    <a:lnTo>
                      <a:pt x="6163" y="6573"/>
                    </a:lnTo>
                    <a:lnTo>
                      <a:pt x="4441" y="6573"/>
                    </a:lnTo>
                    <a:lnTo>
                      <a:pt x="4441" y="4179"/>
                    </a:lnTo>
                    <a:lnTo>
                      <a:pt x="5698" y="4179"/>
                    </a:lnTo>
                    <a:lnTo>
                      <a:pt x="5698" y="2498"/>
                    </a:lnTo>
                    <a:cubicBezTo>
                      <a:pt x="6206" y="2326"/>
                      <a:pt x="6571" y="1846"/>
                      <a:pt x="6571" y="1284"/>
                    </a:cubicBezTo>
                    <a:cubicBezTo>
                      <a:pt x="6571" y="576"/>
                      <a:pt x="5996" y="1"/>
                      <a:pt x="52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  <p:sp>
            <p:nvSpPr>
              <p:cNvPr id="1440" name="Google Shape;1440;p38">
                <a:extLst>
                  <a:ext uri="{FF2B5EF4-FFF2-40B4-BE49-F238E27FC236}">
                    <a16:creationId xmlns:a16="http://schemas.microsoft.com/office/drawing/2014/main" id="{18BD320B-E924-B565-1A59-120277B52BD7}"/>
                  </a:ext>
                </a:extLst>
              </p:cNvPr>
              <p:cNvSpPr/>
              <p:nvPr/>
            </p:nvSpPr>
            <p:spPr>
              <a:xfrm>
                <a:off x="7146300" y="3247525"/>
                <a:ext cx="164325" cy="349025"/>
              </a:xfrm>
              <a:custGeom>
                <a:avLst/>
                <a:gdLst/>
                <a:ahLst/>
                <a:cxnLst/>
                <a:rect l="l" t="t" r="r" b="b"/>
                <a:pathLst>
                  <a:path w="6573" h="13961" extrusionOk="0">
                    <a:moveTo>
                      <a:pt x="1283" y="1"/>
                    </a:moveTo>
                    <a:cubicBezTo>
                      <a:pt x="576" y="1"/>
                      <a:pt x="0" y="574"/>
                      <a:pt x="0" y="1282"/>
                    </a:cubicBezTo>
                    <a:cubicBezTo>
                      <a:pt x="0" y="1846"/>
                      <a:pt x="367" y="2325"/>
                      <a:pt x="873" y="2496"/>
                    </a:cubicBezTo>
                    <a:lnTo>
                      <a:pt x="873" y="4177"/>
                    </a:lnTo>
                    <a:lnTo>
                      <a:pt x="2130" y="4177"/>
                    </a:lnTo>
                    <a:lnTo>
                      <a:pt x="2130" y="6571"/>
                    </a:lnTo>
                    <a:lnTo>
                      <a:pt x="410" y="6571"/>
                    </a:lnTo>
                    <a:lnTo>
                      <a:pt x="410" y="7390"/>
                    </a:lnTo>
                    <a:lnTo>
                      <a:pt x="2130" y="7390"/>
                    </a:lnTo>
                    <a:lnTo>
                      <a:pt x="2130" y="7494"/>
                    </a:lnTo>
                    <a:cubicBezTo>
                      <a:pt x="2130" y="8279"/>
                      <a:pt x="2282" y="9060"/>
                      <a:pt x="2571" y="9784"/>
                    </a:cubicBezTo>
                    <a:lnTo>
                      <a:pt x="873" y="9784"/>
                    </a:lnTo>
                    <a:lnTo>
                      <a:pt x="873" y="11465"/>
                    </a:lnTo>
                    <a:cubicBezTo>
                      <a:pt x="367" y="11636"/>
                      <a:pt x="2" y="12115"/>
                      <a:pt x="2" y="12679"/>
                    </a:cubicBezTo>
                    <a:cubicBezTo>
                      <a:pt x="2" y="13387"/>
                      <a:pt x="576" y="13960"/>
                      <a:pt x="1283" y="13960"/>
                    </a:cubicBezTo>
                    <a:cubicBezTo>
                      <a:pt x="1989" y="13960"/>
                      <a:pt x="2565" y="13387"/>
                      <a:pt x="2565" y="12679"/>
                    </a:cubicBezTo>
                    <a:cubicBezTo>
                      <a:pt x="2565" y="12115"/>
                      <a:pt x="2198" y="11636"/>
                      <a:pt x="1692" y="11465"/>
                    </a:cubicBezTo>
                    <a:lnTo>
                      <a:pt x="1692" y="10602"/>
                    </a:lnTo>
                    <a:lnTo>
                      <a:pt x="2968" y="10602"/>
                    </a:lnTo>
                    <a:cubicBezTo>
                      <a:pt x="3115" y="10855"/>
                      <a:pt x="3281" y="11098"/>
                      <a:pt x="3463" y="11330"/>
                    </a:cubicBezTo>
                    <a:cubicBezTo>
                      <a:pt x="4255" y="12332"/>
                      <a:pt x="5351" y="13069"/>
                      <a:pt x="6573" y="13430"/>
                    </a:cubicBezTo>
                    <a:lnTo>
                      <a:pt x="6573" y="10763"/>
                    </a:lnTo>
                    <a:lnTo>
                      <a:pt x="5997" y="10763"/>
                    </a:lnTo>
                    <a:lnTo>
                      <a:pt x="5825" y="10035"/>
                    </a:lnTo>
                    <a:cubicBezTo>
                      <a:pt x="5596" y="9939"/>
                      <a:pt x="5381" y="9815"/>
                      <a:pt x="5184" y="9663"/>
                    </a:cubicBezTo>
                    <a:lnTo>
                      <a:pt x="4466" y="9880"/>
                    </a:lnTo>
                    <a:lnTo>
                      <a:pt x="3481" y="8173"/>
                    </a:lnTo>
                    <a:lnTo>
                      <a:pt x="4026" y="7661"/>
                    </a:lnTo>
                    <a:cubicBezTo>
                      <a:pt x="4012" y="7539"/>
                      <a:pt x="4003" y="7415"/>
                      <a:pt x="4003" y="7291"/>
                    </a:cubicBezTo>
                    <a:cubicBezTo>
                      <a:pt x="4003" y="7167"/>
                      <a:pt x="4012" y="7043"/>
                      <a:pt x="4026" y="6920"/>
                    </a:cubicBezTo>
                    <a:lnTo>
                      <a:pt x="3481" y="6406"/>
                    </a:lnTo>
                    <a:lnTo>
                      <a:pt x="4466" y="4701"/>
                    </a:lnTo>
                    <a:lnTo>
                      <a:pt x="5184" y="4916"/>
                    </a:lnTo>
                    <a:cubicBezTo>
                      <a:pt x="5381" y="4766"/>
                      <a:pt x="5596" y="4642"/>
                      <a:pt x="5825" y="4546"/>
                    </a:cubicBezTo>
                    <a:lnTo>
                      <a:pt x="5997" y="3817"/>
                    </a:lnTo>
                    <a:lnTo>
                      <a:pt x="6573" y="3817"/>
                    </a:lnTo>
                    <a:lnTo>
                      <a:pt x="6573" y="1143"/>
                    </a:lnTo>
                    <a:lnTo>
                      <a:pt x="2350" y="3359"/>
                    </a:lnTo>
                    <a:lnTo>
                      <a:pt x="1692" y="3359"/>
                    </a:lnTo>
                    <a:lnTo>
                      <a:pt x="1692" y="2496"/>
                    </a:lnTo>
                    <a:cubicBezTo>
                      <a:pt x="2198" y="2325"/>
                      <a:pt x="2565" y="1846"/>
                      <a:pt x="2565" y="1282"/>
                    </a:cubicBezTo>
                    <a:cubicBezTo>
                      <a:pt x="2565" y="574"/>
                      <a:pt x="1989" y="1"/>
                      <a:pt x="12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1867"/>
              </a:p>
            </p:txBody>
          </p:sp>
        </p:grpSp>
      </p:grpSp>
      <p:pic>
        <p:nvPicPr>
          <p:cNvPr id="14" name="Picture 13" descr="Claude | LinkedIn">
            <a:extLst>
              <a:ext uri="{FF2B5EF4-FFF2-40B4-BE49-F238E27FC236}">
                <a16:creationId xmlns:a16="http://schemas.microsoft.com/office/drawing/2014/main" id="{2901DED4-E696-8542-105F-70C676CBEA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76216">
            <a:off x="2372312" y="6138390"/>
            <a:ext cx="284508" cy="28450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A15C994-3CCE-E6BE-4097-400A2744EFA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01563">
            <a:off x="2674318" y="6119877"/>
            <a:ext cx="399288" cy="3665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364465F-09AD-D0C4-40D5-4656E4387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 rot="227757">
            <a:off x="3133135" y="6154299"/>
            <a:ext cx="297732" cy="297732"/>
          </a:xfrm>
          <a:prstGeom prst="rect">
            <a:avLst/>
          </a:prstGeom>
        </p:spPr>
      </p:pic>
      <p:sp>
        <p:nvSpPr>
          <p:cNvPr id="22" name="Shape 5">
            <a:extLst>
              <a:ext uri="{FF2B5EF4-FFF2-40B4-BE49-F238E27FC236}">
                <a16:creationId xmlns:a16="http://schemas.microsoft.com/office/drawing/2014/main" id="{DAF5D9E5-0E56-BCC8-DE63-911ACA5AFD98}"/>
              </a:ext>
            </a:extLst>
          </p:cNvPr>
          <p:cNvSpPr/>
          <p:nvPr/>
        </p:nvSpPr>
        <p:spPr>
          <a:xfrm>
            <a:off x="1081486" y="3902681"/>
            <a:ext cx="4856199" cy="1191833"/>
          </a:xfrm>
          <a:prstGeom prst="roundRect">
            <a:avLst>
              <a:gd name="adj" fmla="val 6177"/>
            </a:avLst>
          </a:prstGeom>
          <a:solidFill>
            <a:schemeClr val="bg2">
              <a:lumMod val="20000"/>
              <a:lumOff val="80000"/>
            </a:schemeClr>
          </a:solidFill>
          <a:ln/>
        </p:spPr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3796EA9E-9722-FA77-95F0-DFD94F171069}"/>
              </a:ext>
            </a:extLst>
          </p:cNvPr>
          <p:cNvSpPr/>
          <p:nvPr/>
        </p:nvSpPr>
        <p:spPr>
          <a:xfrm>
            <a:off x="1242877" y="4080481"/>
            <a:ext cx="4448425" cy="1111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70C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function</a:t>
            </a: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5801B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add(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1400" dirty="0">
                <a:solidFill>
                  <a:srgbClr val="E5801B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B05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number</a:t>
            </a: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E5801B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>
              <a:solidFill>
                <a:srgbClr val="E5801B"/>
              </a:solidFill>
              <a:latin typeface="Consolas" panose="020B0609020204030204" pitchFamily="49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a</a:t>
            </a: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1400" dirty="0">
                <a:solidFill>
                  <a:srgbClr val="D73A49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00B0F0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b</a:t>
            </a:r>
            <a:r>
              <a:rPr lang="en-US" sz="1400" dirty="0">
                <a:solidFill>
                  <a:schemeClr val="tx1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E5801B"/>
                </a:solidFill>
                <a:latin typeface="Consolas" panose="020B0609020204030204" pitchFamily="49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>
              <a:solidFill>
                <a:srgbClr val="E5801B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4939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0">
          <a:extLst>
            <a:ext uri="{FF2B5EF4-FFF2-40B4-BE49-F238E27FC236}">
              <a16:creationId xmlns:a16="http://schemas.microsoft.com/office/drawing/2014/main" id="{276D1F04-3E84-820C-C646-363540C03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7" name="Google Shape;1137;p34">
            <a:extLst>
              <a:ext uri="{FF2B5EF4-FFF2-40B4-BE49-F238E27FC236}">
                <a16:creationId xmlns:a16="http://schemas.microsoft.com/office/drawing/2014/main" id="{34E924EB-5794-3E6B-87FB-E66ECB1875D4}"/>
              </a:ext>
            </a:extLst>
          </p:cNvPr>
          <p:cNvGrpSpPr/>
          <p:nvPr/>
        </p:nvGrpSpPr>
        <p:grpSpPr>
          <a:xfrm>
            <a:off x="5888664" y="2148475"/>
            <a:ext cx="799600" cy="799600"/>
            <a:chOff x="7030339" y="1393551"/>
            <a:chExt cx="599700" cy="599700"/>
          </a:xfrm>
        </p:grpSpPr>
        <p:sp>
          <p:nvSpPr>
            <p:cNvPr id="1138" name="Google Shape;1138;p34">
              <a:extLst>
                <a:ext uri="{FF2B5EF4-FFF2-40B4-BE49-F238E27FC236}">
                  <a16:creationId xmlns:a16="http://schemas.microsoft.com/office/drawing/2014/main" id="{CDCC014C-9D86-219A-BEBC-E778C71A3273}"/>
                </a:ext>
              </a:extLst>
            </p:cNvPr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39" name="Google Shape;1139;p34">
              <a:extLst>
                <a:ext uri="{FF2B5EF4-FFF2-40B4-BE49-F238E27FC236}">
                  <a16:creationId xmlns:a16="http://schemas.microsoft.com/office/drawing/2014/main" id="{3DC47C9C-253D-2BDC-C493-968D06F424BB}"/>
                </a:ext>
              </a:extLst>
            </p:cNvPr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140" name="Google Shape;1140;p34">
            <a:extLst>
              <a:ext uri="{FF2B5EF4-FFF2-40B4-BE49-F238E27FC236}">
                <a16:creationId xmlns:a16="http://schemas.microsoft.com/office/drawing/2014/main" id="{A99E26C3-7618-1AB1-26E5-45A8DC599FFF}"/>
              </a:ext>
            </a:extLst>
          </p:cNvPr>
          <p:cNvGrpSpPr/>
          <p:nvPr/>
        </p:nvGrpSpPr>
        <p:grpSpPr>
          <a:xfrm>
            <a:off x="1049935" y="2148475"/>
            <a:ext cx="799600" cy="799600"/>
            <a:chOff x="7030339" y="1393551"/>
            <a:chExt cx="599700" cy="599700"/>
          </a:xfrm>
        </p:grpSpPr>
        <p:sp>
          <p:nvSpPr>
            <p:cNvPr id="1141" name="Google Shape;1141;p34">
              <a:extLst>
                <a:ext uri="{FF2B5EF4-FFF2-40B4-BE49-F238E27FC236}">
                  <a16:creationId xmlns:a16="http://schemas.microsoft.com/office/drawing/2014/main" id="{BE702712-9424-491F-64CC-CA128ECEF980}"/>
                </a:ext>
              </a:extLst>
            </p:cNvPr>
            <p:cNvSpPr/>
            <p:nvPr/>
          </p:nvSpPr>
          <p:spPr>
            <a:xfrm>
              <a:off x="7030339" y="1393551"/>
              <a:ext cx="599700" cy="5997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42" name="Google Shape;1142;p34">
              <a:extLst>
                <a:ext uri="{FF2B5EF4-FFF2-40B4-BE49-F238E27FC236}">
                  <a16:creationId xmlns:a16="http://schemas.microsoft.com/office/drawing/2014/main" id="{79C5D5F5-D05A-06D6-5EB3-11807251F9E0}"/>
                </a:ext>
              </a:extLst>
            </p:cNvPr>
            <p:cNvSpPr/>
            <p:nvPr/>
          </p:nvSpPr>
          <p:spPr>
            <a:xfrm>
              <a:off x="7071500" y="1434773"/>
              <a:ext cx="517500" cy="517500"/>
            </a:xfrm>
            <a:prstGeom prst="ellipse">
              <a:avLst/>
            </a:prstGeom>
            <a:gradFill>
              <a:gsLst>
                <a:gs pos="0">
                  <a:schemeClr val="lt1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143" name="Google Shape;1143;p34">
            <a:extLst>
              <a:ext uri="{FF2B5EF4-FFF2-40B4-BE49-F238E27FC236}">
                <a16:creationId xmlns:a16="http://schemas.microsoft.com/office/drawing/2014/main" id="{3727D6A0-3E49-769A-ABA0-73C919A95A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lvl="0"/>
            <a:r>
              <a:rPr lang="en-IN" sz="4800" dirty="0"/>
              <a:t>Benefits &amp; Limitations</a:t>
            </a:r>
          </a:p>
        </p:txBody>
      </p:sp>
      <p:sp>
        <p:nvSpPr>
          <p:cNvPr id="1145" name="Google Shape;1145;p34">
            <a:extLst>
              <a:ext uri="{FF2B5EF4-FFF2-40B4-BE49-F238E27FC236}">
                <a16:creationId xmlns:a16="http://schemas.microsoft.com/office/drawing/2014/main" id="{94EB0D27-E0B6-E167-77C0-98EF09992B7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162920" y="2656480"/>
            <a:ext cx="3496201" cy="207096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sz="1800" dirty="0"/>
              <a:t>Faster development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sz="1800" dirty="0"/>
              <a:t>Reduces repetitive work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sz="1800" dirty="0"/>
              <a:t>Helps understand unfamiliar code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sz="1800" dirty="0"/>
              <a:t>Faster debugging</a:t>
            </a:r>
          </a:p>
          <a:p>
            <a:pPr marL="285750" indent="-285750">
              <a:buClr>
                <a:srgbClr val="00B050"/>
              </a:buClr>
              <a:buFont typeface="Wingdings" panose="05000000000000000000" pitchFamily="2" charset="2"/>
              <a:buChar char="ü"/>
            </a:pPr>
            <a:r>
              <a:rPr lang="en-IN" sz="1800" dirty="0"/>
              <a:t>Rapid prototyping</a:t>
            </a:r>
          </a:p>
        </p:txBody>
      </p:sp>
      <p:sp>
        <p:nvSpPr>
          <p:cNvPr id="1146" name="Google Shape;1146;p34">
            <a:extLst>
              <a:ext uri="{FF2B5EF4-FFF2-40B4-BE49-F238E27FC236}">
                <a16:creationId xmlns:a16="http://schemas.microsoft.com/office/drawing/2014/main" id="{3E8AC534-CE01-9737-2C1B-3BBF502CD931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6999933" y="2656480"/>
            <a:ext cx="2901600" cy="197038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285750" indent="-285750">
              <a:buClr>
                <a:srgbClr val="FF0000"/>
              </a:buClr>
              <a:buFont typeface="Barlow" panose="00000500000000000000" pitchFamily="2" charset="0"/>
              <a:buChar char="×"/>
            </a:pPr>
            <a:r>
              <a:rPr lang="en-US" sz="1800" dirty="0"/>
              <a:t>Incorrect code</a:t>
            </a:r>
          </a:p>
          <a:p>
            <a:pPr marL="285750" indent="-285750">
              <a:buClr>
                <a:srgbClr val="FF0000"/>
              </a:buClr>
              <a:buFont typeface="Barlow" panose="00000500000000000000" pitchFamily="2" charset="0"/>
              <a:buChar char="×"/>
            </a:pPr>
            <a:r>
              <a:rPr lang="en-US" sz="1800" dirty="0"/>
              <a:t>Security vulnerabilities</a:t>
            </a:r>
          </a:p>
          <a:p>
            <a:pPr marL="285750" indent="-285750">
              <a:buClr>
                <a:srgbClr val="FF0000"/>
              </a:buClr>
              <a:buFont typeface="Barlow" panose="00000500000000000000" pitchFamily="2" charset="0"/>
              <a:buChar char="×"/>
            </a:pPr>
            <a:r>
              <a:rPr lang="en-US" sz="1800" dirty="0"/>
              <a:t>Hallucinated APIs</a:t>
            </a:r>
          </a:p>
          <a:p>
            <a:pPr marL="285750" indent="-285750">
              <a:buClr>
                <a:srgbClr val="FF0000"/>
              </a:buClr>
              <a:buFont typeface="Barlow" panose="00000500000000000000" pitchFamily="2" charset="0"/>
              <a:buChar char="×"/>
            </a:pPr>
            <a:r>
              <a:rPr lang="en-US" sz="1800" dirty="0"/>
              <a:t>Missed edge cases</a:t>
            </a:r>
          </a:p>
          <a:p>
            <a:pPr marL="285750" indent="-285750">
              <a:buClr>
                <a:srgbClr val="FF0000"/>
              </a:buClr>
              <a:buFont typeface="Barlow" panose="00000500000000000000" pitchFamily="2" charset="0"/>
              <a:buChar char="×"/>
            </a:pPr>
            <a:r>
              <a:rPr lang="en-US" sz="1800" dirty="0"/>
              <a:t>Requires human verification</a:t>
            </a:r>
          </a:p>
        </p:txBody>
      </p:sp>
      <p:sp>
        <p:nvSpPr>
          <p:cNvPr id="1148" name="Google Shape;1148;p34">
            <a:extLst>
              <a:ext uri="{FF2B5EF4-FFF2-40B4-BE49-F238E27FC236}">
                <a16:creationId xmlns:a16="http://schemas.microsoft.com/office/drawing/2014/main" id="{EBEB6B08-BA11-D480-1185-D5711014793A}"/>
              </a:ext>
            </a:extLst>
          </p:cNvPr>
          <p:cNvSpPr txBox="1">
            <a:spLocks noGrp="1"/>
          </p:cNvSpPr>
          <p:nvPr>
            <p:ph type="title" idx="5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dirty="0"/>
              <a:t>⚡</a:t>
            </a:r>
            <a:endParaRPr dirty="0"/>
          </a:p>
        </p:txBody>
      </p:sp>
      <p:sp>
        <p:nvSpPr>
          <p:cNvPr id="1151" name="Google Shape;1151;p34">
            <a:extLst>
              <a:ext uri="{FF2B5EF4-FFF2-40B4-BE49-F238E27FC236}">
                <a16:creationId xmlns:a16="http://schemas.microsoft.com/office/drawing/2014/main" id="{69FF6029-8BC1-C902-2784-4798798D0F69}"/>
              </a:ext>
            </a:extLst>
          </p:cNvPr>
          <p:cNvSpPr txBox="1">
            <a:spLocks noGrp="1"/>
          </p:cNvSpPr>
          <p:nvPr>
            <p:ph type="title" idx="7"/>
          </p:nvPr>
        </p:nvSpPr>
        <p:spPr>
          <a:xfrm>
            <a:off x="5916656" y="2249875"/>
            <a:ext cx="743600" cy="596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-IN" dirty="0"/>
              <a:t>💣</a:t>
            </a:r>
            <a:endParaRPr dirty="0"/>
          </a:p>
        </p:txBody>
      </p:sp>
      <p:sp>
        <p:nvSpPr>
          <p:cNvPr id="1203" name="Google Shape;1203;p34">
            <a:extLst>
              <a:ext uri="{FF2B5EF4-FFF2-40B4-BE49-F238E27FC236}">
                <a16:creationId xmlns:a16="http://schemas.microsoft.com/office/drawing/2014/main" id="{DF104F8F-572E-96BC-FF79-5713EFD08FD5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2162933" y="2249868"/>
            <a:ext cx="3658747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N" sz="2800" dirty="0"/>
              <a:t>Benefits</a:t>
            </a:r>
            <a:endParaRPr sz="2800" dirty="0"/>
          </a:p>
        </p:txBody>
      </p:sp>
      <p:sp>
        <p:nvSpPr>
          <p:cNvPr id="1204" name="Google Shape;1204;p34">
            <a:extLst>
              <a:ext uri="{FF2B5EF4-FFF2-40B4-BE49-F238E27FC236}">
                <a16:creationId xmlns:a16="http://schemas.microsoft.com/office/drawing/2014/main" id="{A4643F71-BC02-3AA0-1630-4E894E276CFC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6999937" y="2249868"/>
            <a:ext cx="4142128" cy="5968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IN" sz="2800" dirty="0"/>
              <a:t>Limitations</a:t>
            </a:r>
            <a:endParaRPr sz="2800" dirty="0"/>
          </a:p>
        </p:txBody>
      </p:sp>
      <p:pic>
        <p:nvPicPr>
          <p:cNvPr id="1152" name="Google Shape;1152;p34">
            <a:extLst>
              <a:ext uri="{FF2B5EF4-FFF2-40B4-BE49-F238E27FC236}">
                <a16:creationId xmlns:a16="http://schemas.microsoft.com/office/drawing/2014/main" id="{470E2631-2454-D045-0E20-4B9B0966D0A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10800000">
            <a:off x="10668933" y="2646836"/>
            <a:ext cx="968868" cy="7953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8" name="Google Shape;1178;p34">
            <a:extLst>
              <a:ext uri="{FF2B5EF4-FFF2-40B4-BE49-F238E27FC236}">
                <a16:creationId xmlns:a16="http://schemas.microsoft.com/office/drawing/2014/main" id="{3CFCBC8B-0DBE-E674-642E-96E65657319B}"/>
              </a:ext>
            </a:extLst>
          </p:cNvPr>
          <p:cNvGrpSpPr/>
          <p:nvPr/>
        </p:nvGrpSpPr>
        <p:grpSpPr>
          <a:xfrm>
            <a:off x="10022318" y="990298"/>
            <a:ext cx="1615483" cy="584068"/>
            <a:chOff x="175552" y="1101686"/>
            <a:chExt cx="520944" cy="188336"/>
          </a:xfrm>
        </p:grpSpPr>
        <p:sp>
          <p:nvSpPr>
            <p:cNvPr id="1179" name="Google Shape;1179;p34">
              <a:extLst>
                <a:ext uri="{FF2B5EF4-FFF2-40B4-BE49-F238E27FC236}">
                  <a16:creationId xmlns:a16="http://schemas.microsoft.com/office/drawing/2014/main" id="{BC8730C4-62DE-3568-76EC-2D359D301CD1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0" name="Google Shape;1180;p34">
              <a:extLst>
                <a:ext uri="{FF2B5EF4-FFF2-40B4-BE49-F238E27FC236}">
                  <a16:creationId xmlns:a16="http://schemas.microsoft.com/office/drawing/2014/main" id="{72B4554A-EEBE-2D40-8872-8D6A116B9EB2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1" name="Google Shape;1181;p34">
              <a:extLst>
                <a:ext uri="{FF2B5EF4-FFF2-40B4-BE49-F238E27FC236}">
                  <a16:creationId xmlns:a16="http://schemas.microsoft.com/office/drawing/2014/main" id="{5D642485-117F-AE76-2FF8-177A8E43FDEF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2" name="Google Shape;1182;p34">
              <a:extLst>
                <a:ext uri="{FF2B5EF4-FFF2-40B4-BE49-F238E27FC236}">
                  <a16:creationId xmlns:a16="http://schemas.microsoft.com/office/drawing/2014/main" id="{5DE849B8-3F95-0C33-92D2-EFC52A29DEFE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3" name="Google Shape;1183;p34">
              <a:extLst>
                <a:ext uri="{FF2B5EF4-FFF2-40B4-BE49-F238E27FC236}">
                  <a16:creationId xmlns:a16="http://schemas.microsoft.com/office/drawing/2014/main" id="{27F68901-AC7B-A6BD-BCE9-32E02D211261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4" name="Google Shape;1184;p34">
              <a:extLst>
                <a:ext uri="{FF2B5EF4-FFF2-40B4-BE49-F238E27FC236}">
                  <a16:creationId xmlns:a16="http://schemas.microsoft.com/office/drawing/2014/main" id="{34A50ED2-0BE3-7990-FD3E-E1E4A045BE32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5" name="Google Shape;1185;p34">
              <a:extLst>
                <a:ext uri="{FF2B5EF4-FFF2-40B4-BE49-F238E27FC236}">
                  <a16:creationId xmlns:a16="http://schemas.microsoft.com/office/drawing/2014/main" id="{2EB85C9B-951E-554E-CA0B-85B2853CA416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6" name="Google Shape;1186;p34">
              <a:extLst>
                <a:ext uri="{FF2B5EF4-FFF2-40B4-BE49-F238E27FC236}">
                  <a16:creationId xmlns:a16="http://schemas.microsoft.com/office/drawing/2014/main" id="{68E6155C-4501-8C9B-5E62-71E6EFC64015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7" name="Google Shape;1187;p34">
              <a:extLst>
                <a:ext uri="{FF2B5EF4-FFF2-40B4-BE49-F238E27FC236}">
                  <a16:creationId xmlns:a16="http://schemas.microsoft.com/office/drawing/2014/main" id="{EA3AAEFC-34AD-3AD4-B1CC-36B7AEADB149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8" name="Google Shape;1188;p34">
              <a:extLst>
                <a:ext uri="{FF2B5EF4-FFF2-40B4-BE49-F238E27FC236}">
                  <a16:creationId xmlns:a16="http://schemas.microsoft.com/office/drawing/2014/main" id="{A12F085D-A31B-966D-9376-67AA83D0DBAB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89" name="Google Shape;1189;p34">
              <a:extLst>
                <a:ext uri="{FF2B5EF4-FFF2-40B4-BE49-F238E27FC236}">
                  <a16:creationId xmlns:a16="http://schemas.microsoft.com/office/drawing/2014/main" id="{F64D8B3C-F4E4-99E0-EED4-077A00846D73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0" name="Google Shape;1190;p34">
              <a:extLst>
                <a:ext uri="{FF2B5EF4-FFF2-40B4-BE49-F238E27FC236}">
                  <a16:creationId xmlns:a16="http://schemas.microsoft.com/office/drawing/2014/main" id="{300762A2-5951-14F8-5F69-34749AFFFBF5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1" name="Google Shape;1191;p34">
              <a:extLst>
                <a:ext uri="{FF2B5EF4-FFF2-40B4-BE49-F238E27FC236}">
                  <a16:creationId xmlns:a16="http://schemas.microsoft.com/office/drawing/2014/main" id="{A8E9555C-8885-3068-02FB-DABDBFA21DF6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2" name="Google Shape;1192;p34">
              <a:extLst>
                <a:ext uri="{FF2B5EF4-FFF2-40B4-BE49-F238E27FC236}">
                  <a16:creationId xmlns:a16="http://schemas.microsoft.com/office/drawing/2014/main" id="{AD28B38E-0B66-10D6-D6DE-F349C26C7B22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3" name="Google Shape;1193;p34">
              <a:extLst>
                <a:ext uri="{FF2B5EF4-FFF2-40B4-BE49-F238E27FC236}">
                  <a16:creationId xmlns:a16="http://schemas.microsoft.com/office/drawing/2014/main" id="{CB30F530-F55F-E255-3F61-06D535676E6D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4" name="Google Shape;1194;p34">
              <a:extLst>
                <a:ext uri="{FF2B5EF4-FFF2-40B4-BE49-F238E27FC236}">
                  <a16:creationId xmlns:a16="http://schemas.microsoft.com/office/drawing/2014/main" id="{808C28BD-2855-65BB-1DDC-4C48A4D28AFC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5" name="Google Shape;1195;p34">
              <a:extLst>
                <a:ext uri="{FF2B5EF4-FFF2-40B4-BE49-F238E27FC236}">
                  <a16:creationId xmlns:a16="http://schemas.microsoft.com/office/drawing/2014/main" id="{672561BB-5FB2-C20F-AACE-CA11A8C376ED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6" name="Google Shape;1196;p34">
              <a:extLst>
                <a:ext uri="{FF2B5EF4-FFF2-40B4-BE49-F238E27FC236}">
                  <a16:creationId xmlns:a16="http://schemas.microsoft.com/office/drawing/2014/main" id="{93CD9488-1001-42D1-75A8-854287540728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7" name="Google Shape;1197;p34">
              <a:extLst>
                <a:ext uri="{FF2B5EF4-FFF2-40B4-BE49-F238E27FC236}">
                  <a16:creationId xmlns:a16="http://schemas.microsoft.com/office/drawing/2014/main" id="{C33A1B44-0EFA-411A-27BF-39371D14A7EE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8" name="Google Shape;1198;p34">
              <a:extLst>
                <a:ext uri="{FF2B5EF4-FFF2-40B4-BE49-F238E27FC236}">
                  <a16:creationId xmlns:a16="http://schemas.microsoft.com/office/drawing/2014/main" id="{262AB0E2-2792-4B79-83B0-1D84BBC9674D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199" name="Google Shape;1199;p34">
              <a:extLst>
                <a:ext uri="{FF2B5EF4-FFF2-40B4-BE49-F238E27FC236}">
                  <a16:creationId xmlns:a16="http://schemas.microsoft.com/office/drawing/2014/main" id="{612EFF7C-FEF5-1391-2C42-2ABD9C56BC7C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00" name="Google Shape;1200;p34">
              <a:extLst>
                <a:ext uri="{FF2B5EF4-FFF2-40B4-BE49-F238E27FC236}">
                  <a16:creationId xmlns:a16="http://schemas.microsoft.com/office/drawing/2014/main" id="{A5A13D3D-2786-FFC5-0BCA-3725A550A3D9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01" name="Google Shape;1201;p34">
              <a:extLst>
                <a:ext uri="{FF2B5EF4-FFF2-40B4-BE49-F238E27FC236}">
                  <a16:creationId xmlns:a16="http://schemas.microsoft.com/office/drawing/2014/main" id="{A0081444-97D5-CEA6-92F2-6EA8B5AD8ECF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02" name="Google Shape;1202;p34">
              <a:extLst>
                <a:ext uri="{FF2B5EF4-FFF2-40B4-BE49-F238E27FC236}">
                  <a16:creationId xmlns:a16="http://schemas.microsoft.com/office/drawing/2014/main" id="{197569B1-CF14-A1AC-9C9B-0DEAA597FA43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207" name="Google Shape;1207;p34">
            <a:extLst>
              <a:ext uri="{FF2B5EF4-FFF2-40B4-BE49-F238E27FC236}">
                <a16:creationId xmlns:a16="http://schemas.microsoft.com/office/drawing/2014/main" id="{B5B321B5-E2B8-FD6B-A05A-C033CE7CD758}"/>
              </a:ext>
            </a:extLst>
          </p:cNvPr>
          <p:cNvGrpSpPr/>
          <p:nvPr/>
        </p:nvGrpSpPr>
        <p:grpSpPr>
          <a:xfrm>
            <a:off x="7804580" y="322536"/>
            <a:ext cx="994637" cy="688491"/>
            <a:chOff x="923424" y="1580182"/>
            <a:chExt cx="1171264" cy="810752"/>
          </a:xfrm>
        </p:grpSpPr>
        <p:sp>
          <p:nvSpPr>
            <p:cNvPr id="1208" name="Google Shape;1208;p34">
              <a:extLst>
                <a:ext uri="{FF2B5EF4-FFF2-40B4-BE49-F238E27FC236}">
                  <a16:creationId xmlns:a16="http://schemas.microsoft.com/office/drawing/2014/main" id="{9DDAD7AE-4B25-5D11-792F-B3417019F965}"/>
                </a:ext>
              </a:extLst>
            </p:cNvPr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09" name="Google Shape;1209;p34">
              <a:extLst>
                <a:ext uri="{FF2B5EF4-FFF2-40B4-BE49-F238E27FC236}">
                  <a16:creationId xmlns:a16="http://schemas.microsoft.com/office/drawing/2014/main" id="{4616C7DF-743F-B2EB-8E14-95F5786D09A2}"/>
                </a:ext>
              </a:extLst>
            </p:cNvPr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10" name="Google Shape;1210;p34">
              <a:extLst>
                <a:ext uri="{FF2B5EF4-FFF2-40B4-BE49-F238E27FC236}">
                  <a16:creationId xmlns:a16="http://schemas.microsoft.com/office/drawing/2014/main" id="{77B22066-E086-4E1E-32C0-C2D33A4E3E9D}"/>
                </a:ext>
              </a:extLst>
            </p:cNvPr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211" name="Google Shape;1211;p34">
              <a:extLst>
                <a:ext uri="{FF2B5EF4-FFF2-40B4-BE49-F238E27FC236}">
                  <a16:creationId xmlns:a16="http://schemas.microsoft.com/office/drawing/2014/main" id="{870F06D2-655C-11EB-C875-BB69C62D1C89}"/>
                </a:ext>
              </a:extLst>
            </p:cNvPr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6F9A5D5-2F2F-2E4B-07DE-DF47061769D2}"/>
              </a:ext>
            </a:extLst>
          </p:cNvPr>
          <p:cNvGrpSpPr/>
          <p:nvPr/>
        </p:nvGrpSpPr>
        <p:grpSpPr>
          <a:xfrm>
            <a:off x="3878632" y="5474984"/>
            <a:ext cx="7962819" cy="584000"/>
            <a:chOff x="3860344" y="5904752"/>
            <a:chExt cx="7962819" cy="584000"/>
          </a:xfrm>
        </p:grpSpPr>
        <p:sp>
          <p:nvSpPr>
            <p:cNvPr id="34" name="Google Shape;1260;p36">
              <a:extLst>
                <a:ext uri="{FF2B5EF4-FFF2-40B4-BE49-F238E27FC236}">
                  <a16:creationId xmlns:a16="http://schemas.microsoft.com/office/drawing/2014/main" id="{91133D13-C2BA-3766-C9F3-6702B81D440E}"/>
                </a:ext>
              </a:extLst>
            </p:cNvPr>
            <p:cNvSpPr/>
            <p:nvPr/>
          </p:nvSpPr>
          <p:spPr>
            <a:xfrm>
              <a:off x="3860344" y="5919452"/>
              <a:ext cx="7962819" cy="558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/>
              <a:endParaRPr sz="1867"/>
            </a:p>
          </p:txBody>
        </p:sp>
        <p:sp>
          <p:nvSpPr>
            <p:cNvPr id="36" name="Google Shape;1276;p36">
              <a:extLst>
                <a:ext uri="{FF2B5EF4-FFF2-40B4-BE49-F238E27FC236}">
                  <a16:creationId xmlns:a16="http://schemas.microsoft.com/office/drawing/2014/main" id="{12761734-CD0F-FE6C-6268-636DFB12108B}"/>
                </a:ext>
              </a:extLst>
            </p:cNvPr>
            <p:cNvSpPr txBox="1">
              <a:spLocks/>
            </p:cNvSpPr>
            <p:nvPr/>
          </p:nvSpPr>
          <p:spPr>
            <a:xfrm>
              <a:off x="3860345" y="5904752"/>
              <a:ext cx="7907983" cy="58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9pPr>
            </a:lstStyle>
            <a:p>
              <a:r>
                <a:rPr lang="en-US" sz="1800" b="1" dirty="0">
                  <a:solidFill>
                    <a:schemeClr val="bg1"/>
                  </a:solidFill>
                </a:rPr>
                <a:t>Important Principle - </a:t>
              </a:r>
              <a:r>
                <a:rPr lang="en-US" sz="1800" dirty="0">
                  <a:solidFill>
                    <a:schemeClr val="bg1"/>
                  </a:solidFill>
                </a:rPr>
                <a:t>AI boosts productivity; developers remain responsible.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176FF9C6-5678-DF55-39A4-C86FB79BCF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352051">
            <a:off x="9743636" y="1665112"/>
            <a:ext cx="1552121" cy="155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344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7">
          <a:extLst>
            <a:ext uri="{FF2B5EF4-FFF2-40B4-BE49-F238E27FC236}">
              <a16:creationId xmlns:a16="http://schemas.microsoft.com/office/drawing/2014/main" id="{262C467A-EFDC-2E23-7616-768810CF0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38">
            <a:extLst>
              <a:ext uri="{FF2B5EF4-FFF2-40B4-BE49-F238E27FC236}">
                <a16:creationId xmlns:a16="http://schemas.microsoft.com/office/drawing/2014/main" id="{ABEC4A96-6AC6-041C-1258-AB86EF237D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719333"/>
            <a:ext cx="11140331" cy="1269919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nl-NL" sz="4267" b="1" dirty="0"/>
              <a:t>Conclusion &amp; Future Direction</a:t>
            </a:r>
            <a:br>
              <a:rPr lang="nl-NL" sz="4267" b="1" dirty="0"/>
            </a:br>
            <a:r>
              <a:rPr lang="en-IN" sz="2667" dirty="0">
                <a:latin typeface="Barlow" panose="00000500000000000000" pitchFamily="2" charset="0"/>
              </a:rPr>
              <a:t>2015 – Future</a:t>
            </a:r>
            <a:endParaRPr sz="4267" dirty="0">
              <a:latin typeface="Barlow" panose="00000500000000000000" pitchFamily="2" charset="0"/>
            </a:endParaRPr>
          </a:p>
        </p:txBody>
      </p:sp>
      <p:sp>
        <p:nvSpPr>
          <p:cNvPr id="1380" name="Google Shape;1380;p38">
            <a:extLst>
              <a:ext uri="{FF2B5EF4-FFF2-40B4-BE49-F238E27FC236}">
                <a16:creationId xmlns:a16="http://schemas.microsoft.com/office/drawing/2014/main" id="{10E8853C-D70B-11C7-EB2E-0EA34CFC723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869337" y="4499627"/>
            <a:ext cx="6794057" cy="139469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 algn="l"/>
            <a:r>
              <a:rPr lang="en-US" sz="1600" b="1" dirty="0"/>
              <a:t>GenAI</a:t>
            </a:r>
            <a:r>
              <a:rPr lang="en-US" sz="1600" dirty="0"/>
              <a:t>: Suggests a solution</a:t>
            </a:r>
          </a:p>
          <a:p>
            <a:pPr marL="0" indent="0" algn="l"/>
            <a:r>
              <a:rPr lang="en-US" sz="1600" b="1" dirty="0"/>
              <a:t>Agentic AI: </a:t>
            </a:r>
            <a:r>
              <a:rPr lang="en-US" sz="1600" dirty="0"/>
              <a:t>Takes action toward the solution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600" dirty="0"/>
              <a:t>LLM + Tools + Memory + Action Loop (Agent loop)</a:t>
            </a:r>
          </a:p>
          <a:p>
            <a:pPr marL="285750" indent="-285750" algn="l">
              <a:buFont typeface="Courier New" panose="02070309020205020404" pitchFamily="49" charset="0"/>
              <a:buChar char="o"/>
            </a:pPr>
            <a:r>
              <a:rPr lang="en-US" sz="1600" u="sng" dirty="0"/>
              <a:t>Example</a:t>
            </a:r>
            <a:r>
              <a:rPr lang="en-US" sz="1600" dirty="0"/>
              <a:t>: </a:t>
            </a:r>
          </a:p>
          <a:p>
            <a:pPr marL="742950" lvl="1" indent="-285750" algn="l">
              <a:buFont typeface="Courier New" panose="02070309020205020404" pitchFamily="49" charset="0"/>
              <a:buChar char="o"/>
            </a:pPr>
            <a:r>
              <a:rPr lang="en-US" sz="1600" dirty="0"/>
              <a:t>Read Code → Fix → Test → Analyze → Retry</a:t>
            </a:r>
            <a:endParaRPr sz="1600" dirty="0"/>
          </a:p>
        </p:txBody>
      </p:sp>
      <p:sp>
        <p:nvSpPr>
          <p:cNvPr id="1381" name="Google Shape;1381;p38">
            <a:extLst>
              <a:ext uri="{FF2B5EF4-FFF2-40B4-BE49-F238E27FC236}">
                <a16:creationId xmlns:a16="http://schemas.microsoft.com/office/drawing/2014/main" id="{DA58EF41-B451-176D-3FC5-6A57E88E8C9F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1869331" y="2675213"/>
            <a:ext cx="7838435" cy="84966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b="1" dirty="0">
                <a:latin typeface="Consolas" panose="020B0609020204030204" pitchFamily="49" charset="0"/>
              </a:rPr>
              <a:t>Code → Debug → Generate → Test → Understand</a:t>
            </a:r>
          </a:p>
          <a:p>
            <a:pPr marL="0" indent="0"/>
            <a:r>
              <a:rPr lang="en-IN" sz="1600" dirty="0"/>
              <a:t>GenAI helps developers:- ⚡ Write code faster - 🐛 Find and fix bugs - 🧪 Generate tests - 📖 Understand unfamiliar code</a:t>
            </a:r>
            <a:endParaRPr sz="1600" dirty="0"/>
          </a:p>
        </p:txBody>
      </p:sp>
      <p:sp>
        <p:nvSpPr>
          <p:cNvPr id="1382" name="Google Shape;1382;p38">
            <a:extLst>
              <a:ext uri="{FF2B5EF4-FFF2-40B4-BE49-F238E27FC236}">
                <a16:creationId xmlns:a16="http://schemas.microsoft.com/office/drawing/2014/main" id="{76E45DE6-88AD-9986-60E9-049F179BFCF0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1869330" y="4094921"/>
            <a:ext cx="6794057" cy="52173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 algn="l"/>
            <a:r>
              <a:rPr lang="en-IN" sz="2667" b="1" dirty="0"/>
              <a:t>Future Direction: Agentic AI</a:t>
            </a:r>
            <a:endParaRPr sz="2667" dirty="0"/>
          </a:p>
        </p:txBody>
      </p:sp>
      <p:sp>
        <p:nvSpPr>
          <p:cNvPr id="1383" name="Google Shape;1383;p38">
            <a:extLst>
              <a:ext uri="{FF2B5EF4-FFF2-40B4-BE49-F238E27FC236}">
                <a16:creationId xmlns:a16="http://schemas.microsoft.com/office/drawing/2014/main" id="{E6C80F6E-734A-9626-307C-B7EC1F163D53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1869330" y="2270491"/>
            <a:ext cx="7997503" cy="521732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sz="2667" dirty="0"/>
              <a:t>Generative AI as a Developer Assistant</a:t>
            </a:r>
            <a:endParaRPr sz="2667" dirty="0"/>
          </a:p>
        </p:txBody>
      </p:sp>
      <p:grpSp>
        <p:nvGrpSpPr>
          <p:cNvPr id="1384" name="Google Shape;1384;p38">
            <a:extLst>
              <a:ext uri="{FF2B5EF4-FFF2-40B4-BE49-F238E27FC236}">
                <a16:creationId xmlns:a16="http://schemas.microsoft.com/office/drawing/2014/main" id="{333E16E0-A885-DA94-F558-2B83182A042F}"/>
              </a:ext>
            </a:extLst>
          </p:cNvPr>
          <p:cNvGrpSpPr/>
          <p:nvPr/>
        </p:nvGrpSpPr>
        <p:grpSpPr>
          <a:xfrm>
            <a:off x="350861" y="5916854"/>
            <a:ext cx="1615483" cy="584068"/>
            <a:chOff x="175552" y="1101686"/>
            <a:chExt cx="520944" cy="188336"/>
          </a:xfrm>
        </p:grpSpPr>
        <p:sp>
          <p:nvSpPr>
            <p:cNvPr id="1385" name="Google Shape;1385;p38">
              <a:extLst>
                <a:ext uri="{FF2B5EF4-FFF2-40B4-BE49-F238E27FC236}">
                  <a16:creationId xmlns:a16="http://schemas.microsoft.com/office/drawing/2014/main" id="{ED57C4BA-C4DB-44EF-0321-047F0EF3D3DB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6" name="Google Shape;1386;p38">
              <a:extLst>
                <a:ext uri="{FF2B5EF4-FFF2-40B4-BE49-F238E27FC236}">
                  <a16:creationId xmlns:a16="http://schemas.microsoft.com/office/drawing/2014/main" id="{DB9F8C9F-D58D-5945-A6CE-C52F746833B0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7" name="Google Shape;1387;p38">
              <a:extLst>
                <a:ext uri="{FF2B5EF4-FFF2-40B4-BE49-F238E27FC236}">
                  <a16:creationId xmlns:a16="http://schemas.microsoft.com/office/drawing/2014/main" id="{5FB8CF85-0EFB-EA0D-8510-381F4C72AB21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8" name="Google Shape;1388;p38">
              <a:extLst>
                <a:ext uri="{FF2B5EF4-FFF2-40B4-BE49-F238E27FC236}">
                  <a16:creationId xmlns:a16="http://schemas.microsoft.com/office/drawing/2014/main" id="{AFB0CDEC-3AA1-30A8-A0B1-E683C9A71B21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89" name="Google Shape;1389;p38">
              <a:extLst>
                <a:ext uri="{FF2B5EF4-FFF2-40B4-BE49-F238E27FC236}">
                  <a16:creationId xmlns:a16="http://schemas.microsoft.com/office/drawing/2014/main" id="{102E54F4-5F70-6F23-F37B-8EC95EC1F9D5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0" name="Google Shape;1390;p38">
              <a:extLst>
                <a:ext uri="{FF2B5EF4-FFF2-40B4-BE49-F238E27FC236}">
                  <a16:creationId xmlns:a16="http://schemas.microsoft.com/office/drawing/2014/main" id="{E488D73C-554C-09EB-6596-9ECA467C1B45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1" name="Google Shape;1391;p38">
              <a:extLst>
                <a:ext uri="{FF2B5EF4-FFF2-40B4-BE49-F238E27FC236}">
                  <a16:creationId xmlns:a16="http://schemas.microsoft.com/office/drawing/2014/main" id="{E3EDF813-3B3B-5397-AF47-E3F1D07C4A92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2" name="Google Shape;1392;p38">
              <a:extLst>
                <a:ext uri="{FF2B5EF4-FFF2-40B4-BE49-F238E27FC236}">
                  <a16:creationId xmlns:a16="http://schemas.microsoft.com/office/drawing/2014/main" id="{66F76F4D-AEDE-1D42-0D18-2DB04515717C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3" name="Google Shape;1393;p38">
              <a:extLst>
                <a:ext uri="{FF2B5EF4-FFF2-40B4-BE49-F238E27FC236}">
                  <a16:creationId xmlns:a16="http://schemas.microsoft.com/office/drawing/2014/main" id="{09566A5E-0E20-E63C-6EB5-155053AEA362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4" name="Google Shape;1394;p38">
              <a:extLst>
                <a:ext uri="{FF2B5EF4-FFF2-40B4-BE49-F238E27FC236}">
                  <a16:creationId xmlns:a16="http://schemas.microsoft.com/office/drawing/2014/main" id="{89983B1E-888D-19E5-CFDC-CF569AC1B140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5" name="Google Shape;1395;p38">
              <a:extLst>
                <a:ext uri="{FF2B5EF4-FFF2-40B4-BE49-F238E27FC236}">
                  <a16:creationId xmlns:a16="http://schemas.microsoft.com/office/drawing/2014/main" id="{C0FF70B0-7A23-228A-EC80-CF37E655268A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6" name="Google Shape;1396;p38">
              <a:extLst>
                <a:ext uri="{FF2B5EF4-FFF2-40B4-BE49-F238E27FC236}">
                  <a16:creationId xmlns:a16="http://schemas.microsoft.com/office/drawing/2014/main" id="{00986878-ADDA-B6CB-4E26-B9AED14EDC4A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7" name="Google Shape;1397;p38">
              <a:extLst>
                <a:ext uri="{FF2B5EF4-FFF2-40B4-BE49-F238E27FC236}">
                  <a16:creationId xmlns:a16="http://schemas.microsoft.com/office/drawing/2014/main" id="{4C027EAC-7E35-08B4-21A9-51D91EFF0E92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8" name="Google Shape;1398;p38">
              <a:extLst>
                <a:ext uri="{FF2B5EF4-FFF2-40B4-BE49-F238E27FC236}">
                  <a16:creationId xmlns:a16="http://schemas.microsoft.com/office/drawing/2014/main" id="{CA47B73F-C1A1-C7A6-AAD4-33DFFE75E85D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399" name="Google Shape;1399;p38">
              <a:extLst>
                <a:ext uri="{FF2B5EF4-FFF2-40B4-BE49-F238E27FC236}">
                  <a16:creationId xmlns:a16="http://schemas.microsoft.com/office/drawing/2014/main" id="{C7423986-13AA-B17A-42EF-C31AD40B3006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0" name="Google Shape;1400;p38">
              <a:extLst>
                <a:ext uri="{FF2B5EF4-FFF2-40B4-BE49-F238E27FC236}">
                  <a16:creationId xmlns:a16="http://schemas.microsoft.com/office/drawing/2014/main" id="{30D711E3-30CD-A0ED-BD57-713E6D4381BA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1" name="Google Shape;1401;p38">
              <a:extLst>
                <a:ext uri="{FF2B5EF4-FFF2-40B4-BE49-F238E27FC236}">
                  <a16:creationId xmlns:a16="http://schemas.microsoft.com/office/drawing/2014/main" id="{529FA86B-6FC7-CA76-8BD8-FA336A2C6909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2" name="Google Shape;1402;p38">
              <a:extLst>
                <a:ext uri="{FF2B5EF4-FFF2-40B4-BE49-F238E27FC236}">
                  <a16:creationId xmlns:a16="http://schemas.microsoft.com/office/drawing/2014/main" id="{B8B041F9-64B1-04F7-AF26-B5A8E2954056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3" name="Google Shape;1403;p38">
              <a:extLst>
                <a:ext uri="{FF2B5EF4-FFF2-40B4-BE49-F238E27FC236}">
                  <a16:creationId xmlns:a16="http://schemas.microsoft.com/office/drawing/2014/main" id="{0FB17CDB-EB01-B276-B703-4B62F64626E0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4" name="Google Shape;1404;p38">
              <a:extLst>
                <a:ext uri="{FF2B5EF4-FFF2-40B4-BE49-F238E27FC236}">
                  <a16:creationId xmlns:a16="http://schemas.microsoft.com/office/drawing/2014/main" id="{EE83FDC7-C8FE-0BBD-5A7A-615B35890A19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5" name="Google Shape;1405;p38">
              <a:extLst>
                <a:ext uri="{FF2B5EF4-FFF2-40B4-BE49-F238E27FC236}">
                  <a16:creationId xmlns:a16="http://schemas.microsoft.com/office/drawing/2014/main" id="{A895C258-F64A-654D-78F5-83C3B0A5C17A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6" name="Google Shape;1406;p38">
              <a:extLst>
                <a:ext uri="{FF2B5EF4-FFF2-40B4-BE49-F238E27FC236}">
                  <a16:creationId xmlns:a16="http://schemas.microsoft.com/office/drawing/2014/main" id="{B859F2ED-40DD-4248-597F-18A4AC03CF80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7" name="Google Shape;1407;p38">
              <a:extLst>
                <a:ext uri="{FF2B5EF4-FFF2-40B4-BE49-F238E27FC236}">
                  <a16:creationId xmlns:a16="http://schemas.microsoft.com/office/drawing/2014/main" id="{DDD6F908-CD17-88F9-EC17-A9CA5D5AC920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408" name="Google Shape;1408;p38">
              <a:extLst>
                <a:ext uri="{FF2B5EF4-FFF2-40B4-BE49-F238E27FC236}">
                  <a16:creationId xmlns:a16="http://schemas.microsoft.com/office/drawing/2014/main" id="{1F56601B-D38B-897B-6517-1E440A7DF816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sp>
        <p:nvSpPr>
          <p:cNvPr id="1409" name="Google Shape;1409;p38">
            <a:extLst>
              <a:ext uri="{FF2B5EF4-FFF2-40B4-BE49-F238E27FC236}">
                <a16:creationId xmlns:a16="http://schemas.microsoft.com/office/drawing/2014/main" id="{551C3B79-181E-9DE2-20AD-23E2EA76D0DB}"/>
              </a:ext>
            </a:extLst>
          </p:cNvPr>
          <p:cNvSpPr/>
          <p:nvPr/>
        </p:nvSpPr>
        <p:spPr>
          <a:xfrm rot="1771310">
            <a:off x="4197634" y="5863017"/>
            <a:ext cx="466583" cy="466416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FFFFFF">
              <a:alpha val="452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pic>
        <p:nvPicPr>
          <p:cNvPr id="1410" name="Google Shape;1410;p38">
            <a:extLst>
              <a:ext uri="{FF2B5EF4-FFF2-40B4-BE49-F238E27FC236}">
                <a16:creationId xmlns:a16="http://schemas.microsoft.com/office/drawing/2014/main" id="{4A685CEE-4347-9CFA-A95A-A76DC4C9CD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28959" t="12546" r="12546" b="12546"/>
          <a:stretch/>
        </p:blipFill>
        <p:spPr>
          <a:xfrm rot="10800000">
            <a:off x="8897966" y="2272203"/>
            <a:ext cx="968868" cy="795397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38">
            <a:extLst>
              <a:ext uri="{FF2B5EF4-FFF2-40B4-BE49-F238E27FC236}">
                <a16:creationId xmlns:a16="http://schemas.microsoft.com/office/drawing/2014/main" id="{3B15A552-0392-AECD-751D-2064D2CFBC03}"/>
              </a:ext>
            </a:extLst>
          </p:cNvPr>
          <p:cNvSpPr/>
          <p:nvPr/>
        </p:nvSpPr>
        <p:spPr>
          <a:xfrm>
            <a:off x="1061959" y="4020267"/>
            <a:ext cx="710927" cy="615771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441" name="Google Shape;1441;p38">
            <a:extLst>
              <a:ext uri="{FF2B5EF4-FFF2-40B4-BE49-F238E27FC236}">
                <a16:creationId xmlns:a16="http://schemas.microsoft.com/office/drawing/2014/main" id="{409BEC58-E550-5631-7B68-F626C86A8939}"/>
              </a:ext>
            </a:extLst>
          </p:cNvPr>
          <p:cNvSpPr/>
          <p:nvPr/>
        </p:nvSpPr>
        <p:spPr>
          <a:xfrm>
            <a:off x="1060059" y="2169655"/>
            <a:ext cx="710927" cy="615771"/>
          </a:xfrm>
          <a:prstGeom prst="hexagon">
            <a:avLst>
              <a:gd name="adj" fmla="val 25000"/>
              <a:gd name="vf" fmla="val 11547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D542CE-90CC-C59F-8BD1-9137C960A519}"/>
              </a:ext>
            </a:extLst>
          </p:cNvPr>
          <p:cNvSpPr txBox="1"/>
          <p:nvPr/>
        </p:nvSpPr>
        <p:spPr>
          <a:xfrm>
            <a:off x="1108710" y="2231213"/>
            <a:ext cx="646938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667" dirty="0"/>
              <a:t>🤖</a:t>
            </a:r>
            <a:endParaRPr lang="en-IN" dirty="0"/>
          </a:p>
        </p:txBody>
      </p:sp>
      <p:pic>
        <p:nvPicPr>
          <p:cNvPr id="8" name="Picture 7" descr="Claude | LinkedIn">
            <a:extLst>
              <a:ext uri="{FF2B5EF4-FFF2-40B4-BE49-F238E27FC236}">
                <a16:creationId xmlns:a16="http://schemas.microsoft.com/office/drawing/2014/main" id="{58782E57-675A-0C60-DF67-5E30625EB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442369">
            <a:off x="9995208" y="2079628"/>
            <a:ext cx="1478194" cy="14781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977DC9B-15BA-0B0B-EA6F-C7C4C06055A3}"/>
              </a:ext>
            </a:extLst>
          </p:cNvPr>
          <p:cNvSpPr txBox="1"/>
          <p:nvPr/>
        </p:nvSpPr>
        <p:spPr>
          <a:xfrm>
            <a:off x="1090422" y="4078301"/>
            <a:ext cx="656082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667" b="1" dirty="0"/>
              <a:t>🚀</a:t>
            </a:r>
            <a:endParaRPr lang="en-I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3C1B2C2-9C62-4231-83E8-F56CBCA618BE}"/>
              </a:ext>
            </a:extLst>
          </p:cNvPr>
          <p:cNvGrpSpPr/>
          <p:nvPr/>
        </p:nvGrpSpPr>
        <p:grpSpPr>
          <a:xfrm>
            <a:off x="2240680" y="5987048"/>
            <a:ext cx="9609944" cy="584000"/>
            <a:chOff x="3860344" y="5904752"/>
            <a:chExt cx="7962819" cy="584000"/>
          </a:xfrm>
        </p:grpSpPr>
        <p:sp>
          <p:nvSpPr>
            <p:cNvPr id="19" name="Google Shape;1260;p36">
              <a:extLst>
                <a:ext uri="{FF2B5EF4-FFF2-40B4-BE49-F238E27FC236}">
                  <a16:creationId xmlns:a16="http://schemas.microsoft.com/office/drawing/2014/main" id="{F8AF9539-8B1E-D110-E59C-8F5215AD38D0}"/>
                </a:ext>
              </a:extLst>
            </p:cNvPr>
            <p:cNvSpPr/>
            <p:nvPr/>
          </p:nvSpPr>
          <p:spPr>
            <a:xfrm>
              <a:off x="3860344" y="5919452"/>
              <a:ext cx="7962819" cy="558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r"/>
              <a:endParaRPr sz="1867"/>
            </a:p>
          </p:txBody>
        </p:sp>
        <p:sp>
          <p:nvSpPr>
            <p:cNvPr id="20" name="Google Shape;1276;p36">
              <a:extLst>
                <a:ext uri="{FF2B5EF4-FFF2-40B4-BE49-F238E27FC236}">
                  <a16:creationId xmlns:a16="http://schemas.microsoft.com/office/drawing/2014/main" id="{4D5E18AB-A248-27E9-ED38-669F1ACBEF9F}"/>
                </a:ext>
              </a:extLst>
            </p:cNvPr>
            <p:cNvSpPr txBox="1">
              <a:spLocks/>
            </p:cNvSpPr>
            <p:nvPr/>
          </p:nvSpPr>
          <p:spPr>
            <a:xfrm>
              <a:off x="3860345" y="5904752"/>
              <a:ext cx="7907983" cy="58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175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1pPr>
              <a:lvl2pPr marL="914400" marR="0" lvl="1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2pPr>
              <a:lvl3pPr marL="1371600" marR="0" lvl="2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3pPr>
              <a:lvl4pPr marL="1828800" marR="0" lvl="3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4pPr>
              <a:lvl5pPr marL="2286000" marR="0" lvl="4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5pPr>
              <a:lvl6pPr marL="2743200" marR="0" lvl="5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6pPr>
              <a:lvl7pPr marL="3200400" marR="0" lvl="6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7pPr>
              <a:lvl8pPr marL="3657600" marR="0" lvl="7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8pPr>
              <a:lvl9pPr marL="4114800" marR="0" lvl="8" indent="-31750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Barlow"/>
                <a:buNone/>
                <a:defRPr sz="1400" b="0" i="0" u="none" strike="noStrike" cap="none">
                  <a:solidFill>
                    <a:schemeClr val="dk1"/>
                  </a:solidFill>
                  <a:latin typeface="Barlow"/>
                  <a:ea typeface="Barlow"/>
                  <a:cs typeface="Barlow"/>
                  <a:sym typeface="Barlow"/>
                </a:defRPr>
              </a:lvl9pPr>
            </a:lstStyle>
            <a:p>
              <a:r>
                <a:rPr lang="en-US" sz="1800" b="1" dirty="0">
                  <a:solidFill>
                    <a:schemeClr val="bg1"/>
                  </a:solidFill>
                </a:rPr>
                <a:t>Key Takeaway - </a:t>
              </a:r>
              <a:r>
                <a:rPr lang="en-US" sz="1800" dirty="0">
                  <a:solidFill>
                    <a:schemeClr val="bg1"/>
                  </a:solidFill>
                </a:rPr>
                <a:t>AI assists developers; developers remain responsible for the final software.</a:t>
              </a:r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49633B5-8573-1B75-A37B-100E391E6C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955416">
            <a:off x="-619302" y="1271105"/>
            <a:ext cx="1552121" cy="1552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1731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7">
          <a:extLst>
            <a:ext uri="{FF2B5EF4-FFF2-40B4-BE49-F238E27FC236}">
              <a16:creationId xmlns:a16="http://schemas.microsoft.com/office/drawing/2014/main" id="{50B3B9BB-833C-0AA6-A94C-2B906BB32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p42">
            <a:extLst>
              <a:ext uri="{FF2B5EF4-FFF2-40B4-BE49-F238E27FC236}">
                <a16:creationId xmlns:a16="http://schemas.microsoft.com/office/drawing/2014/main" id="{E2F91880-C287-8A07-042E-7E1E34112FA5}"/>
              </a:ext>
            </a:extLst>
          </p:cNvPr>
          <p:cNvSpPr/>
          <p:nvPr/>
        </p:nvSpPr>
        <p:spPr>
          <a:xfrm rot="1771233">
            <a:off x="7563900" y="1857687"/>
            <a:ext cx="4639257" cy="4637655"/>
          </a:xfrm>
          <a:custGeom>
            <a:avLst/>
            <a:gdLst/>
            <a:ahLst/>
            <a:cxnLst/>
            <a:rect l="l" t="t" r="r" b="b"/>
            <a:pathLst>
              <a:path w="36610" h="36610" extrusionOk="0">
                <a:moveTo>
                  <a:pt x="36609" y="21428"/>
                </a:moveTo>
                <a:lnTo>
                  <a:pt x="36609" y="15183"/>
                </a:lnTo>
                <a:lnTo>
                  <a:pt x="32092" y="15183"/>
                </a:lnTo>
                <a:cubicBezTo>
                  <a:pt x="31732" y="13592"/>
                  <a:pt x="31102" y="12105"/>
                  <a:pt x="30257" y="10768"/>
                </a:cubicBezTo>
                <a:lnTo>
                  <a:pt x="33456" y="7569"/>
                </a:lnTo>
                <a:lnTo>
                  <a:pt x="29041" y="3154"/>
                </a:lnTo>
                <a:lnTo>
                  <a:pt x="25842" y="6353"/>
                </a:lnTo>
                <a:cubicBezTo>
                  <a:pt x="24505" y="5508"/>
                  <a:pt x="23019" y="4878"/>
                  <a:pt x="21427" y="4519"/>
                </a:cubicBezTo>
                <a:lnTo>
                  <a:pt x="21427" y="1"/>
                </a:lnTo>
                <a:lnTo>
                  <a:pt x="15183" y="1"/>
                </a:lnTo>
                <a:lnTo>
                  <a:pt x="15183" y="4519"/>
                </a:lnTo>
                <a:cubicBezTo>
                  <a:pt x="13591" y="4878"/>
                  <a:pt x="12105" y="5508"/>
                  <a:pt x="10768" y="6353"/>
                </a:cubicBezTo>
                <a:lnTo>
                  <a:pt x="7569" y="3154"/>
                </a:lnTo>
                <a:lnTo>
                  <a:pt x="3154" y="7569"/>
                </a:lnTo>
                <a:lnTo>
                  <a:pt x="6353" y="10768"/>
                </a:lnTo>
                <a:cubicBezTo>
                  <a:pt x="5508" y="12105"/>
                  <a:pt x="4878" y="13592"/>
                  <a:pt x="4519" y="15183"/>
                </a:cubicBezTo>
                <a:lnTo>
                  <a:pt x="1" y="15183"/>
                </a:lnTo>
                <a:lnTo>
                  <a:pt x="1" y="21428"/>
                </a:lnTo>
                <a:lnTo>
                  <a:pt x="4519" y="21428"/>
                </a:lnTo>
                <a:cubicBezTo>
                  <a:pt x="4878" y="23019"/>
                  <a:pt x="5508" y="24505"/>
                  <a:pt x="6353" y="25843"/>
                </a:cubicBezTo>
                <a:lnTo>
                  <a:pt x="3154" y="29042"/>
                </a:lnTo>
                <a:lnTo>
                  <a:pt x="7569" y="33457"/>
                </a:lnTo>
                <a:lnTo>
                  <a:pt x="10768" y="30258"/>
                </a:lnTo>
                <a:cubicBezTo>
                  <a:pt x="12105" y="31103"/>
                  <a:pt x="13591" y="31732"/>
                  <a:pt x="15183" y="32092"/>
                </a:cubicBezTo>
                <a:lnTo>
                  <a:pt x="15183" y="36610"/>
                </a:lnTo>
                <a:lnTo>
                  <a:pt x="21427" y="36610"/>
                </a:lnTo>
                <a:lnTo>
                  <a:pt x="21427" y="32092"/>
                </a:lnTo>
                <a:cubicBezTo>
                  <a:pt x="23019" y="31732"/>
                  <a:pt x="24505" y="31103"/>
                  <a:pt x="25842" y="30258"/>
                </a:cubicBezTo>
                <a:lnTo>
                  <a:pt x="29041" y="33457"/>
                </a:lnTo>
                <a:lnTo>
                  <a:pt x="33456" y="29042"/>
                </a:lnTo>
                <a:lnTo>
                  <a:pt x="30257" y="25843"/>
                </a:lnTo>
                <a:cubicBezTo>
                  <a:pt x="31102" y="24505"/>
                  <a:pt x="31732" y="23019"/>
                  <a:pt x="32092" y="21428"/>
                </a:cubicBezTo>
                <a:close/>
                <a:moveTo>
                  <a:pt x="19650" y="25059"/>
                </a:moveTo>
                <a:cubicBezTo>
                  <a:pt x="14803" y="25978"/>
                  <a:pt x="10633" y="21808"/>
                  <a:pt x="11551" y="16960"/>
                </a:cubicBezTo>
                <a:cubicBezTo>
                  <a:pt x="12064" y="14251"/>
                  <a:pt x="14249" y="12066"/>
                  <a:pt x="16958" y="11551"/>
                </a:cubicBezTo>
                <a:cubicBezTo>
                  <a:pt x="21805" y="10631"/>
                  <a:pt x="25980" y="14805"/>
                  <a:pt x="25059" y="19653"/>
                </a:cubicBezTo>
                <a:cubicBezTo>
                  <a:pt x="24546" y="22362"/>
                  <a:pt x="22359" y="24546"/>
                  <a:pt x="19650" y="25059"/>
                </a:cubicBezTo>
                <a:close/>
              </a:path>
            </a:pathLst>
          </a:custGeom>
          <a:solidFill>
            <a:srgbClr val="A4ABD7">
              <a:alpha val="256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1867"/>
          </a:p>
        </p:txBody>
      </p:sp>
      <p:sp>
        <p:nvSpPr>
          <p:cNvPr id="1629" name="Google Shape;1629;p42">
            <a:extLst>
              <a:ext uri="{FF2B5EF4-FFF2-40B4-BE49-F238E27FC236}">
                <a16:creationId xmlns:a16="http://schemas.microsoft.com/office/drawing/2014/main" id="{AF1EB4E9-DD6B-117C-62A9-757DAC28C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12400" dirty="0"/>
              <a:t>Thanks!</a:t>
            </a:r>
            <a:endParaRPr sz="12400" dirty="0"/>
          </a:p>
        </p:txBody>
      </p:sp>
      <p:pic>
        <p:nvPicPr>
          <p:cNvPr id="1630" name="Google Shape;1630;p42">
            <a:extLst>
              <a:ext uri="{FF2B5EF4-FFF2-40B4-BE49-F238E27FC236}">
                <a16:creationId xmlns:a16="http://schemas.microsoft.com/office/drawing/2014/main" id="{F9D9E43F-5995-A102-DAD5-22C9BCFDCEA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01000" y="3686049"/>
            <a:ext cx="1410464" cy="1283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1" name="Google Shape;1631;p42">
            <a:extLst>
              <a:ext uri="{FF2B5EF4-FFF2-40B4-BE49-F238E27FC236}">
                <a16:creationId xmlns:a16="http://schemas.microsoft.com/office/drawing/2014/main" id="{48F4BBE2-C950-2323-EECF-6DC9CF30D9CE}"/>
              </a:ext>
            </a:extLst>
          </p:cNvPr>
          <p:cNvGrpSpPr/>
          <p:nvPr/>
        </p:nvGrpSpPr>
        <p:grpSpPr>
          <a:xfrm>
            <a:off x="7691109" y="2681297"/>
            <a:ext cx="3976004" cy="3767703"/>
            <a:chOff x="405994" y="1318049"/>
            <a:chExt cx="3395199" cy="3217326"/>
          </a:xfrm>
        </p:grpSpPr>
        <p:pic>
          <p:nvPicPr>
            <p:cNvPr id="1632" name="Google Shape;1632;p42">
              <a:extLst>
                <a:ext uri="{FF2B5EF4-FFF2-40B4-BE49-F238E27FC236}">
                  <a16:creationId xmlns:a16="http://schemas.microsoft.com/office/drawing/2014/main" id="{B585E834-9071-996D-4C91-7AF526B9048B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 t="14449"/>
            <a:stretch/>
          </p:blipFill>
          <p:spPr>
            <a:xfrm>
              <a:off x="405994" y="1318049"/>
              <a:ext cx="3395199" cy="3217326"/>
            </a:xfrm>
            <a:prstGeom prst="rect">
              <a:avLst/>
            </a:prstGeom>
            <a:noFill/>
            <a:ln>
              <a:noFill/>
            </a:ln>
            <a:effectLst>
              <a:outerShdw blurRad="271463" dist="114300" dir="21540000" algn="bl" rotWithShape="0">
                <a:schemeClr val="lt1">
                  <a:alpha val="90000"/>
                </a:schemeClr>
              </a:outerShdw>
            </a:effectLst>
          </p:spPr>
        </p:pic>
        <p:grpSp>
          <p:nvGrpSpPr>
            <p:cNvPr id="1633" name="Google Shape;1633;p42">
              <a:extLst>
                <a:ext uri="{FF2B5EF4-FFF2-40B4-BE49-F238E27FC236}">
                  <a16:creationId xmlns:a16="http://schemas.microsoft.com/office/drawing/2014/main" id="{32AF8BF5-5B11-5D9E-FB22-928BCA31BD59}"/>
                </a:ext>
              </a:extLst>
            </p:cNvPr>
            <p:cNvGrpSpPr/>
            <p:nvPr/>
          </p:nvGrpSpPr>
          <p:grpSpPr>
            <a:xfrm>
              <a:off x="1873458" y="3693401"/>
              <a:ext cx="848565" cy="408774"/>
              <a:chOff x="1873458" y="3693401"/>
              <a:chExt cx="848565" cy="408774"/>
            </a:xfrm>
          </p:grpSpPr>
          <p:pic>
            <p:nvPicPr>
              <p:cNvPr id="1634" name="Google Shape;1634;p42">
                <a:extLst>
                  <a:ext uri="{FF2B5EF4-FFF2-40B4-BE49-F238E27FC236}">
                    <a16:creationId xmlns:a16="http://schemas.microsoft.com/office/drawing/2014/main" id="{9EB70866-DFDD-8898-75B0-9F333F3C9281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 amt="80000"/>
              </a:blip>
              <a:srcRect t="19048" r="17641"/>
              <a:stretch/>
            </p:blipFill>
            <p:spPr>
              <a:xfrm rot="10800000">
                <a:off x="2552699" y="3795698"/>
                <a:ext cx="169324" cy="15612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635" name="Google Shape;1635;p42">
                <a:extLst>
                  <a:ext uri="{FF2B5EF4-FFF2-40B4-BE49-F238E27FC236}">
                    <a16:creationId xmlns:a16="http://schemas.microsoft.com/office/drawing/2014/main" id="{0D51C33C-AD04-76C3-B1C2-CB7155E16D34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 amt="80000"/>
              </a:blip>
              <a:srcRect t="19048" r="17641"/>
              <a:stretch/>
            </p:blipFill>
            <p:spPr>
              <a:xfrm rot="10800000">
                <a:off x="2165250" y="3777174"/>
                <a:ext cx="120750" cy="111327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636" name="Google Shape;1636;p42">
                <a:extLst>
                  <a:ext uri="{FF2B5EF4-FFF2-40B4-BE49-F238E27FC236}">
                    <a16:creationId xmlns:a16="http://schemas.microsoft.com/office/drawing/2014/main" id="{568836EE-B48F-44A9-E9CF-846B9E087FED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 amt="80000"/>
              </a:blip>
              <a:srcRect t="19048" r="17641"/>
              <a:stretch/>
            </p:blipFill>
            <p:spPr>
              <a:xfrm rot="10800000">
                <a:off x="2306998" y="3952399"/>
                <a:ext cx="162452" cy="149776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  <p:pic>
            <p:nvPicPr>
              <p:cNvPr id="1637" name="Google Shape;1637;p42">
                <a:extLst>
                  <a:ext uri="{FF2B5EF4-FFF2-40B4-BE49-F238E27FC236}">
                    <a16:creationId xmlns:a16="http://schemas.microsoft.com/office/drawing/2014/main" id="{28D59EF1-E7DC-156A-49F2-82224365FA68}"/>
                  </a:ext>
                </a:extLst>
              </p:cNvPr>
              <p:cNvPicPr preferRelativeResize="0"/>
              <p:nvPr/>
            </p:nvPicPr>
            <p:blipFill rotWithShape="1">
              <a:blip r:embed="rId5">
                <a:alphaModFix amt="80000"/>
              </a:blip>
              <a:srcRect t="19048" r="17641"/>
              <a:stretch/>
            </p:blipFill>
            <p:spPr>
              <a:xfrm rot="10800000">
                <a:off x="1873458" y="3693401"/>
                <a:ext cx="164726" cy="151874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200025" dist="19050" dir="5400000" algn="bl" rotWithShape="0">
                  <a:schemeClr val="lt1">
                    <a:alpha val="80000"/>
                  </a:schemeClr>
                </a:outerShdw>
              </a:effectLst>
            </p:spPr>
          </p:pic>
        </p:grpSp>
      </p:grpSp>
      <p:grpSp>
        <p:nvGrpSpPr>
          <p:cNvPr id="1638" name="Google Shape;1638;p42">
            <a:extLst>
              <a:ext uri="{FF2B5EF4-FFF2-40B4-BE49-F238E27FC236}">
                <a16:creationId xmlns:a16="http://schemas.microsoft.com/office/drawing/2014/main" id="{E23EBABA-0883-B191-1C68-2E741B984221}"/>
              </a:ext>
            </a:extLst>
          </p:cNvPr>
          <p:cNvGrpSpPr/>
          <p:nvPr/>
        </p:nvGrpSpPr>
        <p:grpSpPr>
          <a:xfrm>
            <a:off x="960008" y="5548811"/>
            <a:ext cx="1615483" cy="584068"/>
            <a:chOff x="175552" y="1101686"/>
            <a:chExt cx="520944" cy="188336"/>
          </a:xfrm>
        </p:grpSpPr>
        <p:sp>
          <p:nvSpPr>
            <p:cNvPr id="1639" name="Google Shape;1639;p42">
              <a:extLst>
                <a:ext uri="{FF2B5EF4-FFF2-40B4-BE49-F238E27FC236}">
                  <a16:creationId xmlns:a16="http://schemas.microsoft.com/office/drawing/2014/main" id="{565EF3AA-EC8A-67E1-B26B-6E624F1FC22B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0" name="Google Shape;1640;p42">
              <a:extLst>
                <a:ext uri="{FF2B5EF4-FFF2-40B4-BE49-F238E27FC236}">
                  <a16:creationId xmlns:a16="http://schemas.microsoft.com/office/drawing/2014/main" id="{C3BFF494-D28E-AD55-FD77-5BA62002EF6D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1" name="Google Shape;1641;p42">
              <a:extLst>
                <a:ext uri="{FF2B5EF4-FFF2-40B4-BE49-F238E27FC236}">
                  <a16:creationId xmlns:a16="http://schemas.microsoft.com/office/drawing/2014/main" id="{4A290D70-4267-A0ED-1A10-CA6EF67FAD26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2" name="Google Shape;1642;p42">
              <a:extLst>
                <a:ext uri="{FF2B5EF4-FFF2-40B4-BE49-F238E27FC236}">
                  <a16:creationId xmlns:a16="http://schemas.microsoft.com/office/drawing/2014/main" id="{8A3055E4-78FB-B306-6F34-4E88DF2D4FEB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3" name="Google Shape;1643;p42">
              <a:extLst>
                <a:ext uri="{FF2B5EF4-FFF2-40B4-BE49-F238E27FC236}">
                  <a16:creationId xmlns:a16="http://schemas.microsoft.com/office/drawing/2014/main" id="{D44BD636-30FE-8A84-6DF8-3EAB3B694D7C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4" name="Google Shape;1644;p42">
              <a:extLst>
                <a:ext uri="{FF2B5EF4-FFF2-40B4-BE49-F238E27FC236}">
                  <a16:creationId xmlns:a16="http://schemas.microsoft.com/office/drawing/2014/main" id="{E3DAA18A-CA60-F01D-B045-2F6EC18B134F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5" name="Google Shape;1645;p42">
              <a:extLst>
                <a:ext uri="{FF2B5EF4-FFF2-40B4-BE49-F238E27FC236}">
                  <a16:creationId xmlns:a16="http://schemas.microsoft.com/office/drawing/2014/main" id="{9A4B1C2E-964B-BC95-2C62-362CD2B61513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6" name="Google Shape;1646;p42">
              <a:extLst>
                <a:ext uri="{FF2B5EF4-FFF2-40B4-BE49-F238E27FC236}">
                  <a16:creationId xmlns:a16="http://schemas.microsoft.com/office/drawing/2014/main" id="{52374224-6CFD-FCB2-8520-AE1576170347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7" name="Google Shape;1647;p42">
              <a:extLst>
                <a:ext uri="{FF2B5EF4-FFF2-40B4-BE49-F238E27FC236}">
                  <a16:creationId xmlns:a16="http://schemas.microsoft.com/office/drawing/2014/main" id="{75D18607-700B-54A3-46DC-3937757C41B9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8" name="Google Shape;1648;p42">
              <a:extLst>
                <a:ext uri="{FF2B5EF4-FFF2-40B4-BE49-F238E27FC236}">
                  <a16:creationId xmlns:a16="http://schemas.microsoft.com/office/drawing/2014/main" id="{8B367B4F-773A-29B3-9A54-084B1D4077FC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49" name="Google Shape;1649;p42">
              <a:extLst>
                <a:ext uri="{FF2B5EF4-FFF2-40B4-BE49-F238E27FC236}">
                  <a16:creationId xmlns:a16="http://schemas.microsoft.com/office/drawing/2014/main" id="{181E9640-2EDC-DAB6-5CF9-5B3DD4D05FB7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0" name="Google Shape;1650;p42">
              <a:extLst>
                <a:ext uri="{FF2B5EF4-FFF2-40B4-BE49-F238E27FC236}">
                  <a16:creationId xmlns:a16="http://schemas.microsoft.com/office/drawing/2014/main" id="{C23492A4-A2E8-73D9-07D3-C7BE16437DA4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1" name="Google Shape;1651;p42">
              <a:extLst>
                <a:ext uri="{FF2B5EF4-FFF2-40B4-BE49-F238E27FC236}">
                  <a16:creationId xmlns:a16="http://schemas.microsoft.com/office/drawing/2014/main" id="{BF4573FF-4A86-00F0-88E0-999E292092C4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2" name="Google Shape;1652;p42">
              <a:extLst>
                <a:ext uri="{FF2B5EF4-FFF2-40B4-BE49-F238E27FC236}">
                  <a16:creationId xmlns:a16="http://schemas.microsoft.com/office/drawing/2014/main" id="{9A0A652D-3F1C-9B67-061B-658B0A001090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3" name="Google Shape;1653;p42">
              <a:extLst>
                <a:ext uri="{FF2B5EF4-FFF2-40B4-BE49-F238E27FC236}">
                  <a16:creationId xmlns:a16="http://schemas.microsoft.com/office/drawing/2014/main" id="{0F64741C-0251-05D6-ABD8-A1389509E0B3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4" name="Google Shape;1654;p42">
              <a:extLst>
                <a:ext uri="{FF2B5EF4-FFF2-40B4-BE49-F238E27FC236}">
                  <a16:creationId xmlns:a16="http://schemas.microsoft.com/office/drawing/2014/main" id="{4A5AE53D-1359-3160-E48E-06A0924E7AA9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5" name="Google Shape;1655;p42">
              <a:extLst>
                <a:ext uri="{FF2B5EF4-FFF2-40B4-BE49-F238E27FC236}">
                  <a16:creationId xmlns:a16="http://schemas.microsoft.com/office/drawing/2014/main" id="{F15D1077-68CA-91F9-AC0F-464984CFA588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6" name="Google Shape;1656;p42">
              <a:extLst>
                <a:ext uri="{FF2B5EF4-FFF2-40B4-BE49-F238E27FC236}">
                  <a16:creationId xmlns:a16="http://schemas.microsoft.com/office/drawing/2014/main" id="{BEEDEBE6-5933-F583-59F4-95141855A395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7" name="Google Shape;1657;p42">
              <a:extLst>
                <a:ext uri="{FF2B5EF4-FFF2-40B4-BE49-F238E27FC236}">
                  <a16:creationId xmlns:a16="http://schemas.microsoft.com/office/drawing/2014/main" id="{2C8CD0E0-9898-BCAA-BE2B-2FEE78EB9730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8" name="Google Shape;1658;p42">
              <a:extLst>
                <a:ext uri="{FF2B5EF4-FFF2-40B4-BE49-F238E27FC236}">
                  <a16:creationId xmlns:a16="http://schemas.microsoft.com/office/drawing/2014/main" id="{942E15C2-D33B-35F6-8C0D-BBFD775DCBB7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59" name="Google Shape;1659;p42">
              <a:extLst>
                <a:ext uri="{FF2B5EF4-FFF2-40B4-BE49-F238E27FC236}">
                  <a16:creationId xmlns:a16="http://schemas.microsoft.com/office/drawing/2014/main" id="{5B7132C3-F66C-1EA1-F02D-DB3CD55B07E4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0" name="Google Shape;1660;p42">
              <a:extLst>
                <a:ext uri="{FF2B5EF4-FFF2-40B4-BE49-F238E27FC236}">
                  <a16:creationId xmlns:a16="http://schemas.microsoft.com/office/drawing/2014/main" id="{B222CBBA-6AFA-3535-222C-0DC74A5CAC1E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1" name="Google Shape;1661;p42">
              <a:extLst>
                <a:ext uri="{FF2B5EF4-FFF2-40B4-BE49-F238E27FC236}">
                  <a16:creationId xmlns:a16="http://schemas.microsoft.com/office/drawing/2014/main" id="{DA3ADA3B-F84A-43B6-B5E2-D8DCEAE1846C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2" name="Google Shape;1662;p42">
              <a:extLst>
                <a:ext uri="{FF2B5EF4-FFF2-40B4-BE49-F238E27FC236}">
                  <a16:creationId xmlns:a16="http://schemas.microsoft.com/office/drawing/2014/main" id="{6432FADD-6763-2F67-107C-0899E705E0BF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663" name="Google Shape;1663;p42">
            <a:extLst>
              <a:ext uri="{FF2B5EF4-FFF2-40B4-BE49-F238E27FC236}">
                <a16:creationId xmlns:a16="http://schemas.microsoft.com/office/drawing/2014/main" id="{5409BDD1-3DB7-C39E-8CD0-3F6AB62DF429}"/>
              </a:ext>
            </a:extLst>
          </p:cNvPr>
          <p:cNvGrpSpPr/>
          <p:nvPr/>
        </p:nvGrpSpPr>
        <p:grpSpPr>
          <a:xfrm>
            <a:off x="9625541" y="719345"/>
            <a:ext cx="1615483" cy="584068"/>
            <a:chOff x="175552" y="1101686"/>
            <a:chExt cx="520944" cy="188336"/>
          </a:xfrm>
        </p:grpSpPr>
        <p:sp>
          <p:nvSpPr>
            <p:cNvPr id="1664" name="Google Shape;1664;p42">
              <a:extLst>
                <a:ext uri="{FF2B5EF4-FFF2-40B4-BE49-F238E27FC236}">
                  <a16:creationId xmlns:a16="http://schemas.microsoft.com/office/drawing/2014/main" id="{1BB7A75A-EC45-353C-DE85-4806861C3B7A}"/>
                </a:ext>
              </a:extLst>
            </p:cNvPr>
            <p:cNvSpPr/>
            <p:nvPr/>
          </p:nvSpPr>
          <p:spPr>
            <a:xfrm>
              <a:off x="175552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5" name="Google Shape;1665;p42">
              <a:extLst>
                <a:ext uri="{FF2B5EF4-FFF2-40B4-BE49-F238E27FC236}">
                  <a16:creationId xmlns:a16="http://schemas.microsoft.com/office/drawing/2014/main" id="{74B4EF93-8A98-EBD9-B85E-8BC9C47298DF}"/>
                </a:ext>
              </a:extLst>
            </p:cNvPr>
            <p:cNvSpPr/>
            <p:nvPr/>
          </p:nvSpPr>
          <p:spPr>
            <a:xfrm>
              <a:off x="24681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6" name="Google Shape;1666;p42">
              <a:extLst>
                <a:ext uri="{FF2B5EF4-FFF2-40B4-BE49-F238E27FC236}">
                  <a16:creationId xmlns:a16="http://schemas.microsoft.com/office/drawing/2014/main" id="{1265F9A7-B699-BE58-7CAD-B4CE86AC8E67}"/>
                </a:ext>
              </a:extLst>
            </p:cNvPr>
            <p:cNvSpPr/>
            <p:nvPr/>
          </p:nvSpPr>
          <p:spPr>
            <a:xfrm>
              <a:off x="31808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7" name="Google Shape;1667;p42">
              <a:extLst>
                <a:ext uri="{FF2B5EF4-FFF2-40B4-BE49-F238E27FC236}">
                  <a16:creationId xmlns:a16="http://schemas.microsoft.com/office/drawing/2014/main" id="{AF2E5ED5-E225-E1B6-E1EE-39A7D49279AA}"/>
                </a:ext>
              </a:extLst>
            </p:cNvPr>
            <p:cNvSpPr/>
            <p:nvPr/>
          </p:nvSpPr>
          <p:spPr>
            <a:xfrm>
              <a:off x="389344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8" name="Google Shape;1668;p42">
              <a:extLst>
                <a:ext uri="{FF2B5EF4-FFF2-40B4-BE49-F238E27FC236}">
                  <a16:creationId xmlns:a16="http://schemas.microsoft.com/office/drawing/2014/main" id="{7730DC74-F637-1FAA-A80E-9711593C8E32}"/>
                </a:ext>
              </a:extLst>
            </p:cNvPr>
            <p:cNvSpPr/>
            <p:nvPr/>
          </p:nvSpPr>
          <p:spPr>
            <a:xfrm>
              <a:off x="460608" y="1101686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69" name="Google Shape;1669;p42">
              <a:extLst>
                <a:ext uri="{FF2B5EF4-FFF2-40B4-BE49-F238E27FC236}">
                  <a16:creationId xmlns:a16="http://schemas.microsoft.com/office/drawing/2014/main" id="{700F333D-572A-B424-8E6C-A263F5E1D48E}"/>
                </a:ext>
              </a:extLst>
            </p:cNvPr>
            <p:cNvSpPr/>
            <p:nvPr/>
          </p:nvSpPr>
          <p:spPr>
            <a:xfrm>
              <a:off x="531856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0" name="Google Shape;1670;p42">
              <a:extLst>
                <a:ext uri="{FF2B5EF4-FFF2-40B4-BE49-F238E27FC236}">
                  <a16:creationId xmlns:a16="http://schemas.microsoft.com/office/drawing/2014/main" id="{D8ABCC37-0B2B-D430-D877-4324B73D5AE1}"/>
                </a:ext>
              </a:extLst>
            </p:cNvPr>
            <p:cNvSpPr/>
            <p:nvPr/>
          </p:nvSpPr>
          <p:spPr>
            <a:xfrm>
              <a:off x="603120" y="1101686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1" name="Google Shape;1671;p42">
              <a:extLst>
                <a:ext uri="{FF2B5EF4-FFF2-40B4-BE49-F238E27FC236}">
                  <a16:creationId xmlns:a16="http://schemas.microsoft.com/office/drawing/2014/main" id="{5522D74F-5AB3-9D5A-EBF0-440022EB8C68}"/>
                </a:ext>
              </a:extLst>
            </p:cNvPr>
            <p:cNvSpPr/>
            <p:nvPr/>
          </p:nvSpPr>
          <p:spPr>
            <a:xfrm>
              <a:off x="674416" y="1101686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2" name="Google Shape;1672;p42">
              <a:extLst>
                <a:ext uri="{FF2B5EF4-FFF2-40B4-BE49-F238E27FC236}">
                  <a16:creationId xmlns:a16="http://schemas.microsoft.com/office/drawing/2014/main" id="{9AE6A964-5514-D712-3B6B-1D25E6DECF3A}"/>
                </a:ext>
              </a:extLst>
            </p:cNvPr>
            <p:cNvSpPr/>
            <p:nvPr/>
          </p:nvSpPr>
          <p:spPr>
            <a:xfrm>
              <a:off x="175552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3" name="Google Shape;1673;p42">
              <a:extLst>
                <a:ext uri="{FF2B5EF4-FFF2-40B4-BE49-F238E27FC236}">
                  <a16:creationId xmlns:a16="http://schemas.microsoft.com/office/drawing/2014/main" id="{ED5FD55D-11FE-436E-EA64-BF7ACFBCC6C6}"/>
                </a:ext>
              </a:extLst>
            </p:cNvPr>
            <p:cNvSpPr/>
            <p:nvPr/>
          </p:nvSpPr>
          <p:spPr>
            <a:xfrm>
              <a:off x="24681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4" name="Google Shape;1674;p42">
              <a:extLst>
                <a:ext uri="{FF2B5EF4-FFF2-40B4-BE49-F238E27FC236}">
                  <a16:creationId xmlns:a16="http://schemas.microsoft.com/office/drawing/2014/main" id="{01594991-26AF-14E9-F4CC-5A1CBE3B12FE}"/>
                </a:ext>
              </a:extLst>
            </p:cNvPr>
            <p:cNvSpPr/>
            <p:nvPr/>
          </p:nvSpPr>
          <p:spPr>
            <a:xfrm>
              <a:off x="31808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5" name="Google Shape;1675;p42">
              <a:extLst>
                <a:ext uri="{FF2B5EF4-FFF2-40B4-BE49-F238E27FC236}">
                  <a16:creationId xmlns:a16="http://schemas.microsoft.com/office/drawing/2014/main" id="{CB387A75-2897-0773-F255-7A570D1F7709}"/>
                </a:ext>
              </a:extLst>
            </p:cNvPr>
            <p:cNvSpPr/>
            <p:nvPr/>
          </p:nvSpPr>
          <p:spPr>
            <a:xfrm>
              <a:off x="389344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6" name="Google Shape;1676;p42">
              <a:extLst>
                <a:ext uri="{FF2B5EF4-FFF2-40B4-BE49-F238E27FC236}">
                  <a16:creationId xmlns:a16="http://schemas.microsoft.com/office/drawing/2014/main" id="{881FBC76-2827-382F-3496-36EDC732C72C}"/>
                </a:ext>
              </a:extLst>
            </p:cNvPr>
            <p:cNvSpPr/>
            <p:nvPr/>
          </p:nvSpPr>
          <p:spPr>
            <a:xfrm>
              <a:off x="460608" y="118141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0"/>
                  </a:moveTo>
                  <a:lnTo>
                    <a:pt x="0" y="1807"/>
                  </a:lnTo>
                  <a:lnTo>
                    <a:pt x="1381" y="1807"/>
                  </a:lnTo>
                  <a:lnTo>
                    <a:pt x="1381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7" name="Google Shape;1677;p42">
              <a:extLst>
                <a:ext uri="{FF2B5EF4-FFF2-40B4-BE49-F238E27FC236}">
                  <a16:creationId xmlns:a16="http://schemas.microsoft.com/office/drawing/2014/main" id="{D5554D01-BE73-544A-E35E-E16F7D2CB007}"/>
                </a:ext>
              </a:extLst>
            </p:cNvPr>
            <p:cNvSpPr/>
            <p:nvPr/>
          </p:nvSpPr>
          <p:spPr>
            <a:xfrm>
              <a:off x="531856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8" name="Google Shape;1678;p42">
              <a:extLst>
                <a:ext uri="{FF2B5EF4-FFF2-40B4-BE49-F238E27FC236}">
                  <a16:creationId xmlns:a16="http://schemas.microsoft.com/office/drawing/2014/main" id="{334AB1F2-4963-0136-F18C-D676EE09740B}"/>
                </a:ext>
              </a:extLst>
            </p:cNvPr>
            <p:cNvSpPr/>
            <p:nvPr/>
          </p:nvSpPr>
          <p:spPr>
            <a:xfrm>
              <a:off x="603120" y="118141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82" y="1807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79" name="Google Shape;1679;p42">
              <a:extLst>
                <a:ext uri="{FF2B5EF4-FFF2-40B4-BE49-F238E27FC236}">
                  <a16:creationId xmlns:a16="http://schemas.microsoft.com/office/drawing/2014/main" id="{C112A75D-B413-E349-BD88-D5A77B3A8EA4}"/>
                </a:ext>
              </a:extLst>
            </p:cNvPr>
            <p:cNvSpPr/>
            <p:nvPr/>
          </p:nvSpPr>
          <p:spPr>
            <a:xfrm>
              <a:off x="674416" y="118141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0"/>
                  </a:moveTo>
                  <a:lnTo>
                    <a:pt x="1" y="1807"/>
                  </a:lnTo>
                  <a:lnTo>
                    <a:pt x="1379" y="1807"/>
                  </a:lnTo>
                  <a:lnTo>
                    <a:pt x="1379" y="0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0" name="Google Shape;1680;p42">
              <a:extLst>
                <a:ext uri="{FF2B5EF4-FFF2-40B4-BE49-F238E27FC236}">
                  <a16:creationId xmlns:a16="http://schemas.microsoft.com/office/drawing/2014/main" id="{B4008FE1-5589-B9AF-1BEE-8D2E6F357309}"/>
                </a:ext>
              </a:extLst>
            </p:cNvPr>
            <p:cNvSpPr/>
            <p:nvPr/>
          </p:nvSpPr>
          <p:spPr>
            <a:xfrm>
              <a:off x="175552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1" name="Google Shape;1681;p42">
              <a:extLst>
                <a:ext uri="{FF2B5EF4-FFF2-40B4-BE49-F238E27FC236}">
                  <a16:creationId xmlns:a16="http://schemas.microsoft.com/office/drawing/2014/main" id="{CEB4F828-0FB0-0129-3A9D-189B84C6F513}"/>
                </a:ext>
              </a:extLst>
            </p:cNvPr>
            <p:cNvSpPr/>
            <p:nvPr/>
          </p:nvSpPr>
          <p:spPr>
            <a:xfrm>
              <a:off x="24681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2" name="Google Shape;1682;p42">
              <a:extLst>
                <a:ext uri="{FF2B5EF4-FFF2-40B4-BE49-F238E27FC236}">
                  <a16:creationId xmlns:a16="http://schemas.microsoft.com/office/drawing/2014/main" id="{2B84B4B8-2182-DD4E-98C0-56EAAE6E4BC0}"/>
                </a:ext>
              </a:extLst>
            </p:cNvPr>
            <p:cNvSpPr/>
            <p:nvPr/>
          </p:nvSpPr>
          <p:spPr>
            <a:xfrm>
              <a:off x="31808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3" name="Google Shape;1683;p42">
              <a:extLst>
                <a:ext uri="{FF2B5EF4-FFF2-40B4-BE49-F238E27FC236}">
                  <a16:creationId xmlns:a16="http://schemas.microsoft.com/office/drawing/2014/main" id="{5F1C7AAE-D8EF-105E-8B51-C364E41A88B2}"/>
                </a:ext>
              </a:extLst>
            </p:cNvPr>
            <p:cNvSpPr/>
            <p:nvPr/>
          </p:nvSpPr>
          <p:spPr>
            <a:xfrm>
              <a:off x="389344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4" name="Google Shape;1684;p42">
              <a:extLst>
                <a:ext uri="{FF2B5EF4-FFF2-40B4-BE49-F238E27FC236}">
                  <a16:creationId xmlns:a16="http://schemas.microsoft.com/office/drawing/2014/main" id="{62FC3A56-DF4A-9451-952B-17262DFBF219}"/>
                </a:ext>
              </a:extLst>
            </p:cNvPr>
            <p:cNvSpPr/>
            <p:nvPr/>
          </p:nvSpPr>
          <p:spPr>
            <a:xfrm>
              <a:off x="460608" y="1261094"/>
              <a:ext cx="22096" cy="28928"/>
            </a:xfrm>
            <a:custGeom>
              <a:avLst/>
              <a:gdLst/>
              <a:ahLst/>
              <a:cxnLst/>
              <a:rect l="l" t="t" r="r" b="b"/>
              <a:pathLst>
                <a:path w="1381" h="1808" extrusionOk="0">
                  <a:moveTo>
                    <a:pt x="0" y="1"/>
                  </a:moveTo>
                  <a:lnTo>
                    <a:pt x="0" y="1808"/>
                  </a:lnTo>
                  <a:lnTo>
                    <a:pt x="1381" y="1808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5" name="Google Shape;1685;p42">
              <a:extLst>
                <a:ext uri="{FF2B5EF4-FFF2-40B4-BE49-F238E27FC236}">
                  <a16:creationId xmlns:a16="http://schemas.microsoft.com/office/drawing/2014/main" id="{C017D3A0-DFCB-1892-8402-8F8CD2E13C3B}"/>
                </a:ext>
              </a:extLst>
            </p:cNvPr>
            <p:cNvSpPr/>
            <p:nvPr/>
          </p:nvSpPr>
          <p:spPr>
            <a:xfrm>
              <a:off x="531856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6" name="Google Shape;1686;p42">
              <a:extLst>
                <a:ext uri="{FF2B5EF4-FFF2-40B4-BE49-F238E27FC236}">
                  <a16:creationId xmlns:a16="http://schemas.microsoft.com/office/drawing/2014/main" id="{7A5D06FD-CF80-29CF-ECC7-3BD556F9BCC2}"/>
                </a:ext>
              </a:extLst>
            </p:cNvPr>
            <p:cNvSpPr/>
            <p:nvPr/>
          </p:nvSpPr>
          <p:spPr>
            <a:xfrm>
              <a:off x="603120" y="1261094"/>
              <a:ext cx="22112" cy="28928"/>
            </a:xfrm>
            <a:custGeom>
              <a:avLst/>
              <a:gdLst/>
              <a:ahLst/>
              <a:cxnLst/>
              <a:rect l="l" t="t" r="r" b="b"/>
              <a:pathLst>
                <a:path w="1382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82" y="1808"/>
                  </a:lnTo>
                  <a:lnTo>
                    <a:pt x="1382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87" name="Google Shape;1687;p42">
              <a:extLst>
                <a:ext uri="{FF2B5EF4-FFF2-40B4-BE49-F238E27FC236}">
                  <a16:creationId xmlns:a16="http://schemas.microsoft.com/office/drawing/2014/main" id="{5C2B9726-3955-DE04-0285-5B3144FB389A}"/>
                </a:ext>
              </a:extLst>
            </p:cNvPr>
            <p:cNvSpPr/>
            <p:nvPr/>
          </p:nvSpPr>
          <p:spPr>
            <a:xfrm>
              <a:off x="674416" y="1261094"/>
              <a:ext cx="22080" cy="28928"/>
            </a:xfrm>
            <a:custGeom>
              <a:avLst/>
              <a:gdLst/>
              <a:ahLst/>
              <a:cxnLst/>
              <a:rect l="l" t="t" r="r" b="b"/>
              <a:pathLst>
                <a:path w="1380" h="1808" extrusionOk="0">
                  <a:moveTo>
                    <a:pt x="1" y="1"/>
                  </a:moveTo>
                  <a:lnTo>
                    <a:pt x="1" y="1808"/>
                  </a:lnTo>
                  <a:lnTo>
                    <a:pt x="1379" y="1808"/>
                  </a:lnTo>
                  <a:lnTo>
                    <a:pt x="1379" y="1"/>
                  </a:lnTo>
                  <a:close/>
                </a:path>
              </a:pathLst>
            </a:custGeom>
            <a:solidFill>
              <a:srgbClr val="15004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  <p:grpSp>
        <p:nvGrpSpPr>
          <p:cNvPr id="1688" name="Google Shape;1688;p42">
            <a:extLst>
              <a:ext uri="{FF2B5EF4-FFF2-40B4-BE49-F238E27FC236}">
                <a16:creationId xmlns:a16="http://schemas.microsoft.com/office/drawing/2014/main" id="{D1CBEF48-BFA5-7480-E473-E64A5519C498}"/>
              </a:ext>
            </a:extLst>
          </p:cNvPr>
          <p:cNvGrpSpPr/>
          <p:nvPr/>
        </p:nvGrpSpPr>
        <p:grpSpPr>
          <a:xfrm>
            <a:off x="4522514" y="268619"/>
            <a:ext cx="994637" cy="688491"/>
            <a:chOff x="923424" y="1580182"/>
            <a:chExt cx="1171264" cy="810752"/>
          </a:xfrm>
        </p:grpSpPr>
        <p:sp>
          <p:nvSpPr>
            <p:cNvPr id="1689" name="Google Shape;1689;p42">
              <a:extLst>
                <a:ext uri="{FF2B5EF4-FFF2-40B4-BE49-F238E27FC236}">
                  <a16:creationId xmlns:a16="http://schemas.microsoft.com/office/drawing/2014/main" id="{DC348ACA-5A2A-A528-072F-3BC1E2525442}"/>
                </a:ext>
              </a:extLst>
            </p:cNvPr>
            <p:cNvSpPr/>
            <p:nvPr/>
          </p:nvSpPr>
          <p:spPr>
            <a:xfrm>
              <a:off x="9234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90" name="Google Shape;1690;p42">
              <a:extLst>
                <a:ext uri="{FF2B5EF4-FFF2-40B4-BE49-F238E27FC236}">
                  <a16:creationId xmlns:a16="http://schemas.microsoft.com/office/drawing/2014/main" id="{0A07056C-CED6-17C8-5C53-7E3D37841CE8}"/>
                </a:ext>
              </a:extLst>
            </p:cNvPr>
            <p:cNvSpPr/>
            <p:nvPr/>
          </p:nvSpPr>
          <p:spPr>
            <a:xfrm>
              <a:off x="1626624" y="1782870"/>
              <a:ext cx="468064" cy="405392"/>
            </a:xfrm>
            <a:custGeom>
              <a:avLst/>
              <a:gdLst/>
              <a:ahLst/>
              <a:cxnLst/>
              <a:rect l="l" t="t" r="r" b="b"/>
              <a:pathLst>
                <a:path w="29254" h="25337" fill="none" extrusionOk="0">
                  <a:moveTo>
                    <a:pt x="21940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0" y="25336"/>
                  </a:lnTo>
                  <a:lnTo>
                    <a:pt x="29254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91" name="Google Shape;1691;p42">
              <a:extLst>
                <a:ext uri="{FF2B5EF4-FFF2-40B4-BE49-F238E27FC236}">
                  <a16:creationId xmlns:a16="http://schemas.microsoft.com/office/drawing/2014/main" id="{C0F4EE94-D20E-DF78-1A50-8CAE9D2D6691}"/>
                </a:ext>
              </a:extLst>
            </p:cNvPr>
            <p:cNvSpPr/>
            <p:nvPr/>
          </p:nvSpPr>
          <p:spPr>
            <a:xfrm>
              <a:off x="1274896" y="1580182"/>
              <a:ext cx="468096" cy="405392"/>
            </a:xfrm>
            <a:custGeom>
              <a:avLst/>
              <a:gdLst/>
              <a:ahLst/>
              <a:cxnLst/>
              <a:rect l="l" t="t" r="r" b="b"/>
              <a:pathLst>
                <a:path w="29256" h="25337" fill="none" extrusionOk="0">
                  <a:moveTo>
                    <a:pt x="21942" y="1"/>
                  </a:moveTo>
                  <a:lnTo>
                    <a:pt x="7314" y="1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  <p:sp>
          <p:nvSpPr>
            <p:cNvPr id="1692" name="Google Shape;1692;p42">
              <a:extLst>
                <a:ext uri="{FF2B5EF4-FFF2-40B4-BE49-F238E27FC236}">
                  <a16:creationId xmlns:a16="http://schemas.microsoft.com/office/drawing/2014/main" id="{BB7FA116-0B05-A6F8-A1E3-C59CC9F45BDF}"/>
                </a:ext>
              </a:extLst>
            </p:cNvPr>
            <p:cNvSpPr/>
            <p:nvPr/>
          </p:nvSpPr>
          <p:spPr>
            <a:xfrm>
              <a:off x="1274896" y="1985558"/>
              <a:ext cx="468096" cy="405376"/>
            </a:xfrm>
            <a:custGeom>
              <a:avLst/>
              <a:gdLst/>
              <a:ahLst/>
              <a:cxnLst/>
              <a:rect l="l" t="t" r="r" b="b"/>
              <a:pathLst>
                <a:path w="29256" h="25336" fill="none" extrusionOk="0">
                  <a:moveTo>
                    <a:pt x="21942" y="0"/>
                  </a:moveTo>
                  <a:lnTo>
                    <a:pt x="7314" y="0"/>
                  </a:lnTo>
                  <a:lnTo>
                    <a:pt x="0" y="12668"/>
                  </a:lnTo>
                  <a:lnTo>
                    <a:pt x="7314" y="25336"/>
                  </a:lnTo>
                  <a:lnTo>
                    <a:pt x="21942" y="25336"/>
                  </a:lnTo>
                  <a:lnTo>
                    <a:pt x="29256" y="12668"/>
                  </a:lnTo>
                  <a:close/>
                </a:path>
              </a:pathLst>
            </a:custGeom>
            <a:noFill/>
            <a:ln w="9525" cap="flat" cmpd="sng">
              <a:solidFill>
                <a:schemeClr val="dk2"/>
              </a:solidFill>
              <a:prstDash val="solid"/>
              <a:miter lim="2289"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1867"/>
            </a:p>
          </p:txBody>
        </p:sp>
      </p:grpSp>
    </p:spTree>
    <p:extLst>
      <p:ext uri="{BB962C8B-B14F-4D97-AF65-F5344CB8AC3E}">
        <p14:creationId xmlns:p14="http://schemas.microsoft.com/office/powerpoint/2010/main" val="582198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me1">
  <a:themeElements>
    <a:clrScheme name="Simple Light">
      <a:dk1>
        <a:srgbClr val="150045"/>
      </a:dk1>
      <a:lt1>
        <a:srgbClr val="FFFFFF"/>
      </a:lt1>
      <a:dk2>
        <a:srgbClr val="A4ABD7"/>
      </a:dk2>
      <a:lt2>
        <a:srgbClr val="E23480"/>
      </a:lt2>
      <a:accent1>
        <a:srgbClr val="6D7396"/>
      </a:accent1>
      <a:accent2>
        <a:srgbClr val="FFA0B8"/>
      </a:accent2>
      <a:accent3>
        <a:srgbClr val="1ECFFF"/>
      </a:accent3>
      <a:accent4>
        <a:srgbClr val="EF8772"/>
      </a:accent4>
      <a:accent5>
        <a:srgbClr val="FFFFFF"/>
      </a:accent5>
      <a:accent6>
        <a:srgbClr val="FFFFFF"/>
      </a:accent6>
      <a:hlink>
        <a:srgbClr val="15004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4321982-2303-48F1-BAA8-E97FA4A4AD2D}" vid="{190C7914-3351-423B-B3D7-A918BDE32851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466</TotalTime>
  <Words>561</Words>
  <Application>Microsoft Office PowerPoint</Application>
  <PresentationFormat>Widescreen</PresentationFormat>
  <Paragraphs>90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7" baseType="lpstr">
      <vt:lpstr>Anaheim</vt:lpstr>
      <vt:lpstr>Arial</vt:lpstr>
      <vt:lpstr>Barlow</vt:lpstr>
      <vt:lpstr>Barlow Light</vt:lpstr>
      <vt:lpstr>Bebas Neue</vt:lpstr>
      <vt:lpstr>Calibri</vt:lpstr>
      <vt:lpstr>Consolas</vt:lpstr>
      <vt:lpstr>Corben</vt:lpstr>
      <vt:lpstr>Courier New</vt:lpstr>
      <vt:lpstr>Nobile</vt:lpstr>
      <vt:lpstr>Nunito Light</vt:lpstr>
      <vt:lpstr>Proxima Nova</vt:lpstr>
      <vt:lpstr>Proxima Nova Semibold</vt:lpstr>
      <vt:lpstr>PT Sans</vt:lpstr>
      <vt:lpstr>Secular One</vt:lpstr>
      <vt:lpstr>Wingdings</vt:lpstr>
      <vt:lpstr>Theme1</vt:lpstr>
      <vt:lpstr>Slidesgo Final Pages</vt:lpstr>
      <vt:lpstr>Generative AI in Software Development</vt:lpstr>
      <vt:lpstr>Generative AI in Software Development</vt:lpstr>
      <vt:lpstr>AI-Assisted Coding AI as a Coding Assistant </vt:lpstr>
      <vt:lpstr>AI-Based Code Generation From Natural Language → Code </vt:lpstr>
      <vt:lpstr>AI-Assisted Debugging Finding &amp; Fixing Bugs with GenAI </vt:lpstr>
      <vt:lpstr>How Does GenAI Generate Code? ML Behind Code Generation</vt:lpstr>
      <vt:lpstr>Benefits &amp; Limitations</vt:lpstr>
      <vt:lpstr>Conclusion &amp; Future Direction 2015 – Future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Sankar Raul</dc:creator>
  <cp:lastModifiedBy>Sankar Raul</cp:lastModifiedBy>
  <cp:revision>21</cp:revision>
  <dcterms:created xsi:type="dcterms:W3CDTF">2025-10-11T14:59:01Z</dcterms:created>
  <dcterms:modified xsi:type="dcterms:W3CDTF">2026-10-04T13:59:55Z</dcterms:modified>
</cp:coreProperties>
</file>